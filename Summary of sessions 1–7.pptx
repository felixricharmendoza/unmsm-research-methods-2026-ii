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6" r:id="rId2"/>
    <p:sldId id="279" r:id="rId3"/>
    <p:sldId id="281" r:id="rId4"/>
    <p:sldId id="282" r:id="rId5"/>
    <p:sldId id="283" r:id="rId6"/>
    <p:sldId id="284"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EA2"/>
    <a:srgbClr val="0085CA"/>
    <a:srgbClr val="FFFFCC"/>
    <a:srgbClr val="FBFCFB"/>
    <a:srgbClr val="FCFCFB"/>
    <a:srgbClr val="2ECECA"/>
    <a:srgbClr val="4EA72E"/>
    <a:srgbClr val="1248A9"/>
    <a:srgbClr val="2DA594"/>
    <a:srgbClr val="A02B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148180-3176-AD0D-6741-7E2312A77EF7}" v="18" dt="2026-09-27T14:16:12.897"/>
    <p1510:client id="{A8A5780D-1F03-3B47-2BE3-CA3BF6B3E6FB}" v="204" dt="2026-09-28T02:30:12.673"/>
    <p1510:client id="{FBFDD2B3-87E7-C3F3-E27B-B462F0C94368}" v="187" dt="2026-09-28T18:53:45.27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633" autoAdjust="0"/>
  </p:normalViewPr>
  <p:slideViewPr>
    <p:cSldViewPr snapToGrid="0">
      <p:cViewPr varScale="1">
        <p:scale>
          <a:sx n="99" d="100"/>
          <a:sy n="99" d="100"/>
        </p:scale>
        <p:origin x="72" y="4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ber Bautista" userId="S::wbautista_ue003@onp.gob.pe::f85d8714-baf7-424f-b528-bb897da37dfa" providerId="AD" clId="Web-{E94955E4-1425-8248-A6B8-3AA1ACC6E4AA}"/>
    <pc:docChg chg="modSld">
      <pc:chgData name="Wilber Bautista" userId="S::wbautista_ue003@onp.gob.pe::f85d8714-baf7-424f-b528-bb897da37dfa" providerId="AD" clId="Web-{E94955E4-1425-8248-A6B8-3AA1ACC6E4AA}" dt="2026-09-25T14:21:25.716" v="0" actId="14100"/>
      <pc:docMkLst>
        <pc:docMk/>
      </pc:docMkLst>
    </pc:docChg>
  </pc:docChgLst>
  <pc:docChgLst>
    <pc:chgData name="Wilber Bautista" userId="S::wbautista_ue003@onp.gob.pe::f85d8714-baf7-424f-b528-bb897da37dfa" providerId="AD" clId="Web-{26148180-3176-AD0D-6741-7E2312A77EF7}"/>
    <pc:docChg chg="addSld delSld modSld">
      <pc:chgData name="Wilber Bautista" userId="S::wbautista_ue003@onp.gob.pe::f85d8714-baf7-424f-b528-bb897da37dfa" providerId="AD" clId="Web-{26148180-3176-AD0D-6741-7E2312A77EF7}" dt="2026-09-27T14:16:12.897" v="17"/>
      <pc:docMkLst>
        <pc:docMk/>
      </pc:docMkLst>
      <pc:sldChg chg="del">
        <pc:chgData name="Wilber Bautista" userId="S::wbautista_ue003@onp.gob.pe::f85d8714-baf7-424f-b528-bb897da37dfa" providerId="AD" clId="Web-{26148180-3176-AD0D-6741-7E2312A77EF7}" dt="2026-09-27T14:12:52.945" v="3"/>
        <pc:sldMkLst>
          <pc:docMk/>
          <pc:sldMk cId="743777169" sldId="267"/>
        </pc:sldMkLst>
      </pc:sldChg>
      <pc:sldChg chg="del">
        <pc:chgData name="Wilber Bautista" userId="S::wbautista_ue003@onp.gob.pe::f85d8714-baf7-424f-b528-bb897da37dfa" providerId="AD" clId="Web-{26148180-3176-AD0D-6741-7E2312A77EF7}" dt="2026-09-27T14:12:52.929" v="2"/>
        <pc:sldMkLst>
          <pc:docMk/>
          <pc:sldMk cId="842694868" sldId="270"/>
        </pc:sldMkLst>
      </pc:sldChg>
      <pc:sldChg chg="del">
        <pc:chgData name="Wilber Bautista" userId="S::wbautista_ue003@onp.gob.pe::f85d8714-baf7-424f-b528-bb897da37dfa" providerId="AD" clId="Web-{26148180-3176-AD0D-6741-7E2312A77EF7}" dt="2026-09-27T14:13:03.789" v="5"/>
        <pc:sldMkLst>
          <pc:docMk/>
          <pc:sldMk cId="638982240" sldId="271"/>
        </pc:sldMkLst>
      </pc:sldChg>
      <pc:sldChg chg="addSp modSp">
        <pc:chgData name="Wilber Bautista" userId="S::wbautista_ue003@onp.gob.pe::f85d8714-baf7-424f-b528-bb897da37dfa" providerId="AD" clId="Web-{26148180-3176-AD0D-6741-7E2312A77EF7}" dt="2026-09-27T14:15:15.643" v="15"/>
        <pc:sldMkLst>
          <pc:docMk/>
          <pc:sldMk cId="582582587" sldId="272"/>
        </pc:sldMkLst>
        <pc:spChg chg="add mod">
          <ac:chgData name="Wilber Bautista" userId="S::wbautista_ue003@onp.gob.pe::f85d8714-baf7-424f-b528-bb897da37dfa" providerId="AD" clId="Web-{26148180-3176-AD0D-6741-7E2312A77EF7}" dt="2026-09-27T14:15:15.643" v="15"/>
          <ac:spMkLst>
            <pc:docMk/>
            <pc:sldMk cId="582582587" sldId="272"/>
            <ac:spMk id="3" creationId="{5E5A4554-2222-05F7-EB0D-81DB614CD013}"/>
          </ac:spMkLst>
        </pc:spChg>
      </pc:sldChg>
      <pc:sldChg chg="modSp">
        <pc:chgData name="Wilber Bautista" userId="S::wbautista_ue003@onp.gob.pe::f85d8714-baf7-424f-b528-bb897da37dfa" providerId="AD" clId="Web-{26148180-3176-AD0D-6741-7E2312A77EF7}" dt="2026-09-27T14:13:23.681" v="10" actId="1076"/>
        <pc:sldMkLst>
          <pc:docMk/>
          <pc:sldMk cId="4271471828" sldId="273"/>
        </pc:sldMkLst>
        <pc:picChg chg="mod">
          <ac:chgData name="Wilber Bautista" userId="S::wbautista_ue003@onp.gob.pe::f85d8714-baf7-424f-b528-bb897da37dfa" providerId="AD" clId="Web-{26148180-3176-AD0D-6741-7E2312A77EF7}" dt="2026-09-27T14:13:20.634" v="8" actId="1076"/>
          <ac:picMkLst>
            <pc:docMk/>
            <pc:sldMk cId="4271471828" sldId="273"/>
            <ac:picMk id="28" creationId="{8D308944-6246-9FD2-704A-695BAF120A83}"/>
          </ac:picMkLst>
        </pc:picChg>
        <pc:picChg chg="mod">
          <ac:chgData name="Wilber Bautista" userId="S::wbautista_ue003@onp.gob.pe::f85d8714-baf7-424f-b528-bb897da37dfa" providerId="AD" clId="Web-{26148180-3176-AD0D-6741-7E2312A77EF7}" dt="2026-09-27T14:13:23.681" v="10" actId="1076"/>
          <ac:picMkLst>
            <pc:docMk/>
            <pc:sldMk cId="4271471828" sldId="273"/>
            <ac:picMk id="37" creationId="{40188F1F-F72D-3FBC-3D60-763A8F13C50D}"/>
          </ac:picMkLst>
        </pc:picChg>
        <pc:picChg chg="mod">
          <ac:chgData name="Wilber Bautista" userId="S::wbautista_ue003@onp.gob.pe::f85d8714-baf7-424f-b528-bb897da37dfa" providerId="AD" clId="Web-{26148180-3176-AD0D-6741-7E2312A77EF7}" dt="2026-09-27T14:13:22.119" v="9" actId="1076"/>
          <ac:picMkLst>
            <pc:docMk/>
            <pc:sldMk cId="4271471828" sldId="273"/>
            <ac:picMk id="41" creationId="{9A421BEF-D7AA-C46F-B67E-8AB3A49F062A}"/>
          </ac:picMkLst>
        </pc:picChg>
      </pc:sldChg>
      <pc:sldChg chg="add">
        <pc:chgData name="Wilber Bautista" userId="S::wbautista_ue003@onp.gob.pe::f85d8714-baf7-424f-b528-bb897da37dfa" providerId="AD" clId="Web-{26148180-3176-AD0D-6741-7E2312A77EF7}" dt="2026-09-27T14:12:43.366" v="0"/>
        <pc:sldMkLst>
          <pc:docMk/>
          <pc:sldMk cId="213942514" sldId="274"/>
        </pc:sldMkLst>
      </pc:sldChg>
      <pc:sldChg chg="add">
        <pc:chgData name="Wilber Bautista" userId="S::wbautista_ue003@onp.gob.pe::f85d8714-baf7-424f-b528-bb897da37dfa" providerId="AD" clId="Web-{26148180-3176-AD0D-6741-7E2312A77EF7}" dt="2026-09-27T14:12:43.600" v="1"/>
        <pc:sldMkLst>
          <pc:docMk/>
          <pc:sldMk cId="1975044121" sldId="276"/>
        </pc:sldMkLst>
      </pc:sldChg>
      <pc:sldChg chg="modSp add">
        <pc:chgData name="Wilber Bautista" userId="S::wbautista_ue003@onp.gob.pe::f85d8714-baf7-424f-b528-bb897da37dfa" providerId="AD" clId="Web-{26148180-3176-AD0D-6741-7E2312A77EF7}" dt="2026-09-27T14:16:12.897" v="17"/>
        <pc:sldMkLst>
          <pc:docMk/>
          <pc:sldMk cId="2990922165" sldId="277"/>
        </pc:sldMkLst>
        <pc:spChg chg="mod">
          <ac:chgData name="Wilber Bautista" userId="S::wbautista_ue003@onp.gob.pe::f85d8714-baf7-424f-b528-bb897da37dfa" providerId="AD" clId="Web-{26148180-3176-AD0D-6741-7E2312A77EF7}" dt="2026-09-27T14:16:12.897" v="17"/>
          <ac:spMkLst>
            <pc:docMk/>
            <pc:sldMk cId="2990922165" sldId="277"/>
            <ac:spMk id="2" creationId="{9C7AF7B0-11CA-4952-BAE8-540215B1717D}"/>
          </ac:spMkLst>
        </pc:spChg>
      </pc:sldChg>
    </pc:docChg>
  </pc:docChgLst>
  <pc:docChgLst>
    <pc:chgData name="Wilber Bautista" userId="S::wbautista_ue003@onp.gob.pe::f85d8714-baf7-424f-b528-bb897da37dfa" providerId="AD" clId="Web-{A8A5780D-1F03-3B47-2BE3-CA3BF6B3E6FB}"/>
    <pc:docChg chg="addSld delSld modSld">
      <pc:chgData name="Wilber Bautista" userId="S::wbautista_ue003@onp.gob.pe::f85d8714-baf7-424f-b528-bb897da37dfa" providerId="AD" clId="Web-{A8A5780D-1F03-3B47-2BE3-CA3BF6B3E6FB}" dt="2026-09-28T02:30:12.673" v="169" actId="1076"/>
      <pc:docMkLst>
        <pc:docMk/>
      </pc:docMkLst>
      <pc:sldChg chg="modSp">
        <pc:chgData name="Wilber Bautista" userId="S::wbautista_ue003@onp.gob.pe::f85d8714-baf7-424f-b528-bb897da37dfa" providerId="AD" clId="Web-{A8A5780D-1F03-3B47-2BE3-CA3BF6B3E6FB}" dt="2026-09-28T02:04:43.866" v="0" actId="1076"/>
        <pc:sldMkLst>
          <pc:docMk/>
          <pc:sldMk cId="4271471828" sldId="273"/>
        </pc:sldMkLst>
        <pc:spChg chg="mod">
          <ac:chgData name="Wilber Bautista" userId="S::wbautista_ue003@onp.gob.pe::f85d8714-baf7-424f-b528-bb897da37dfa" providerId="AD" clId="Web-{A8A5780D-1F03-3B47-2BE3-CA3BF6B3E6FB}" dt="2026-09-28T02:04:43.866" v="0" actId="1076"/>
          <ac:spMkLst>
            <pc:docMk/>
            <pc:sldMk cId="4271471828" sldId="273"/>
            <ac:spMk id="22" creationId="{EA0F2D1B-8290-6924-FD41-A923B7293C84}"/>
          </ac:spMkLst>
        </pc:spChg>
      </pc:sldChg>
      <pc:sldChg chg="addSp delSp modSp">
        <pc:chgData name="Wilber Bautista" userId="S::wbautista_ue003@onp.gob.pe::f85d8714-baf7-424f-b528-bb897da37dfa" providerId="AD" clId="Web-{A8A5780D-1F03-3B47-2BE3-CA3BF6B3E6FB}" dt="2026-09-28T02:27:10.817" v="158" actId="1076"/>
        <pc:sldMkLst>
          <pc:docMk/>
          <pc:sldMk cId="213942514" sldId="274"/>
        </pc:sldMkLst>
        <pc:spChg chg="mod">
          <ac:chgData name="Wilber Bautista" userId="S::wbautista_ue003@onp.gob.pe::f85d8714-baf7-424f-b528-bb897da37dfa" providerId="AD" clId="Web-{A8A5780D-1F03-3B47-2BE3-CA3BF6B3E6FB}" dt="2026-09-28T02:15:20.097" v="63" actId="1076"/>
          <ac:spMkLst>
            <pc:docMk/>
            <pc:sldMk cId="213942514" sldId="274"/>
            <ac:spMk id="46" creationId="{43DCA2D9-3D9C-B872-E0AF-93E30EA4738D}"/>
          </ac:spMkLst>
        </pc:spChg>
        <pc:spChg chg="mod topLvl">
          <ac:chgData name="Wilber Bautista" userId="S::wbautista_ue003@onp.gob.pe::f85d8714-baf7-424f-b528-bb897da37dfa" providerId="AD" clId="Web-{A8A5780D-1F03-3B47-2BE3-CA3BF6B3E6FB}" dt="2026-09-28T02:11:49.098" v="17" actId="14100"/>
          <ac:spMkLst>
            <pc:docMk/>
            <pc:sldMk cId="213942514" sldId="274"/>
            <ac:spMk id="86" creationId="{5A1009BC-A73D-AA68-E0E4-D81C80ED2826}"/>
          </ac:spMkLst>
        </pc:spChg>
        <pc:spChg chg="mod topLvl">
          <ac:chgData name="Wilber Bautista" userId="S::wbautista_ue003@onp.gob.pe::f85d8714-baf7-424f-b528-bb897da37dfa" providerId="AD" clId="Web-{A8A5780D-1F03-3B47-2BE3-CA3BF6B3E6FB}" dt="2026-09-28T02:12:20.303" v="25" actId="1076"/>
          <ac:spMkLst>
            <pc:docMk/>
            <pc:sldMk cId="213942514" sldId="274"/>
            <ac:spMk id="88" creationId="{514371A9-729E-5CAE-DB93-663C3B39D99E}"/>
          </ac:spMkLst>
        </pc:spChg>
        <pc:spChg chg="mod topLvl">
          <ac:chgData name="Wilber Bautista" userId="S::wbautista_ue003@onp.gob.pe::f85d8714-baf7-424f-b528-bb897da37dfa" providerId="AD" clId="Web-{A8A5780D-1F03-3B47-2BE3-CA3BF6B3E6FB}" dt="2026-09-28T02:14:13.514" v="54" actId="20577"/>
          <ac:spMkLst>
            <pc:docMk/>
            <pc:sldMk cId="213942514" sldId="274"/>
            <ac:spMk id="89" creationId="{1C4A5F9A-D41A-18F9-7F4F-0464ED17C3DD}"/>
          </ac:spMkLst>
        </pc:spChg>
        <pc:spChg chg="mod">
          <ac:chgData name="Wilber Bautista" userId="S::wbautista_ue003@onp.gob.pe::f85d8714-baf7-424f-b528-bb897da37dfa" providerId="AD" clId="Web-{A8A5780D-1F03-3B47-2BE3-CA3BF6B3E6FB}" dt="2026-09-28T02:15:55.677" v="71" actId="20577"/>
          <ac:spMkLst>
            <pc:docMk/>
            <pc:sldMk cId="213942514" sldId="274"/>
            <ac:spMk id="96" creationId="{5AA2F6C3-6622-F8D1-C6AF-5A9B66A3BBB2}"/>
          </ac:spMkLst>
        </pc:spChg>
        <pc:spChg chg="mod">
          <ac:chgData name="Wilber Bautista" userId="S::wbautista_ue003@onp.gob.pe::f85d8714-baf7-424f-b528-bb897da37dfa" providerId="AD" clId="Web-{A8A5780D-1F03-3B47-2BE3-CA3BF6B3E6FB}" dt="2026-09-28T02:27:10.817" v="158" actId="1076"/>
          <ac:spMkLst>
            <pc:docMk/>
            <pc:sldMk cId="213942514" sldId="274"/>
            <ac:spMk id="128" creationId="{520D21E7-2120-E641-6ED0-DBB8660B0469}"/>
          </ac:spMkLst>
        </pc:spChg>
        <pc:grpChg chg="add">
          <ac:chgData name="Wilber Bautista" userId="S::wbautista_ue003@onp.gob.pe::f85d8714-baf7-424f-b528-bb897da37dfa" providerId="AD" clId="Web-{A8A5780D-1F03-3B47-2BE3-CA3BF6B3E6FB}" dt="2026-09-28T02:10:07.794" v="6"/>
          <ac:grpSpMkLst>
            <pc:docMk/>
            <pc:sldMk cId="213942514" sldId="274"/>
            <ac:grpSpMk id="2" creationId="{E387B970-D104-7528-0628-154519763E6A}"/>
          </ac:grpSpMkLst>
        </pc:grpChg>
        <pc:grpChg chg="add del">
          <ac:chgData name="Wilber Bautista" userId="S::wbautista_ue003@onp.gob.pe::f85d8714-baf7-424f-b528-bb897da37dfa" providerId="AD" clId="Web-{A8A5780D-1F03-3B47-2BE3-CA3BF6B3E6FB}" dt="2026-09-28T02:10:36.687" v="8"/>
          <ac:grpSpMkLst>
            <pc:docMk/>
            <pc:sldMk cId="213942514" sldId="274"/>
            <ac:grpSpMk id="3" creationId="{B3C6A530-64C5-EE6A-C982-D501AD202742}"/>
          </ac:grpSpMkLst>
        </pc:grpChg>
        <pc:grpChg chg="mod topLvl">
          <ac:chgData name="Wilber Bautista" userId="S::wbautista_ue003@onp.gob.pe::f85d8714-baf7-424f-b528-bb897da37dfa" providerId="AD" clId="Web-{A8A5780D-1F03-3B47-2BE3-CA3BF6B3E6FB}" dt="2026-09-28T02:16:02.490" v="72" actId="1076"/>
          <ac:grpSpMkLst>
            <pc:docMk/>
            <pc:sldMk cId="213942514" sldId="274"/>
            <ac:grpSpMk id="90" creationId="{6677870B-7BE8-AF3A-33A0-BBB008C08F86}"/>
          </ac:grpSpMkLst>
        </pc:grpChg>
        <pc:grpChg chg="add del">
          <ac:chgData name="Wilber Bautista" userId="S::wbautista_ue003@onp.gob.pe::f85d8714-baf7-424f-b528-bb897da37dfa" providerId="AD" clId="Web-{A8A5780D-1F03-3B47-2BE3-CA3BF6B3E6FB}" dt="2026-09-28T02:11:10.346" v="12"/>
          <ac:grpSpMkLst>
            <pc:docMk/>
            <pc:sldMk cId="213942514" sldId="274"/>
            <ac:grpSpMk id="102" creationId="{5498B2D6-5EAF-6A93-078E-F3B093A2F41F}"/>
          </ac:grpSpMkLst>
        </pc:grpChg>
        <pc:picChg chg="topLvl">
          <ac:chgData name="Wilber Bautista" userId="S::wbautista_ue003@onp.gob.pe::f85d8714-baf7-424f-b528-bb897da37dfa" providerId="AD" clId="Web-{A8A5780D-1F03-3B47-2BE3-CA3BF6B3E6FB}" dt="2026-09-28T02:11:10.346" v="12"/>
          <ac:picMkLst>
            <pc:docMk/>
            <pc:sldMk cId="213942514" sldId="274"/>
            <ac:picMk id="93" creationId="{D6024CEC-72C0-0C0D-EF49-76542B55CBE5}"/>
          </ac:picMkLst>
        </pc:picChg>
      </pc:sldChg>
      <pc:sldChg chg="addSp delSp modSp">
        <pc:chgData name="Wilber Bautista" userId="S::wbautista_ue003@onp.gob.pe::f85d8714-baf7-424f-b528-bb897da37dfa" providerId="AD" clId="Web-{A8A5780D-1F03-3B47-2BE3-CA3BF6B3E6FB}" dt="2026-09-28T02:30:12.673" v="169" actId="1076"/>
        <pc:sldMkLst>
          <pc:docMk/>
          <pc:sldMk cId="1975044121" sldId="276"/>
        </pc:sldMkLst>
        <pc:spChg chg="mod topLvl">
          <ac:chgData name="Wilber Bautista" userId="S::wbautista_ue003@onp.gob.pe::f85d8714-baf7-424f-b528-bb897da37dfa" providerId="AD" clId="Web-{A8A5780D-1F03-3B47-2BE3-CA3BF6B3E6FB}" dt="2026-09-28T02:23:23.286" v="121"/>
          <ac:spMkLst>
            <pc:docMk/>
            <pc:sldMk cId="1975044121" sldId="276"/>
            <ac:spMk id="5" creationId="{9B3E6C9A-AD36-A2E0-C046-23AFD2BE4B44}"/>
          </ac:spMkLst>
        </pc:spChg>
        <pc:spChg chg="mod">
          <ac:chgData name="Wilber Bautista" userId="S::wbautista_ue003@onp.gob.pe::f85d8714-baf7-424f-b528-bb897da37dfa" providerId="AD" clId="Web-{A8A5780D-1F03-3B47-2BE3-CA3BF6B3E6FB}" dt="2026-09-28T02:22:49.175" v="78" actId="1076"/>
          <ac:spMkLst>
            <pc:docMk/>
            <pc:sldMk cId="1975044121" sldId="276"/>
            <ac:spMk id="6" creationId="{22A8DF30-166E-E3B9-4FAB-DF0AF898560F}"/>
          </ac:spMkLst>
        </pc:spChg>
        <pc:spChg chg="mod">
          <ac:chgData name="Wilber Bautista" userId="S::wbautista_ue003@onp.gob.pe::f85d8714-baf7-424f-b528-bb897da37dfa" providerId="AD" clId="Web-{A8A5780D-1F03-3B47-2BE3-CA3BF6B3E6FB}" dt="2026-09-28T02:22:49.206" v="79" actId="1076"/>
          <ac:spMkLst>
            <pc:docMk/>
            <pc:sldMk cId="1975044121" sldId="276"/>
            <ac:spMk id="7" creationId="{081541E8-E1CB-A860-74B5-1AA52C81171D}"/>
          </ac:spMkLst>
        </pc:spChg>
        <pc:spChg chg="mod">
          <ac:chgData name="Wilber Bautista" userId="S::wbautista_ue003@onp.gob.pe::f85d8714-baf7-424f-b528-bb897da37dfa" providerId="AD" clId="Web-{A8A5780D-1F03-3B47-2BE3-CA3BF6B3E6FB}" dt="2026-09-28T02:22:49.253" v="80" actId="1076"/>
          <ac:spMkLst>
            <pc:docMk/>
            <pc:sldMk cId="1975044121" sldId="276"/>
            <ac:spMk id="8" creationId="{7AF86EEF-A452-F0C6-C7D7-5B76F1FC3262}"/>
          </ac:spMkLst>
        </pc:spChg>
        <pc:spChg chg="mod">
          <ac:chgData name="Wilber Bautista" userId="S::wbautista_ue003@onp.gob.pe::f85d8714-baf7-424f-b528-bb897da37dfa" providerId="AD" clId="Web-{A8A5780D-1F03-3B47-2BE3-CA3BF6B3E6FB}" dt="2026-09-28T02:22:49.284" v="81" actId="1076"/>
          <ac:spMkLst>
            <pc:docMk/>
            <pc:sldMk cId="1975044121" sldId="276"/>
            <ac:spMk id="9" creationId="{83BF54C1-D377-8634-3B12-268C2A4F9885}"/>
          </ac:spMkLst>
        </pc:spChg>
        <pc:spChg chg="mod">
          <ac:chgData name="Wilber Bautista" userId="S::wbautista_ue003@onp.gob.pe::f85d8714-baf7-424f-b528-bb897da37dfa" providerId="AD" clId="Web-{A8A5780D-1F03-3B47-2BE3-CA3BF6B3E6FB}" dt="2026-09-28T02:22:49.315" v="82" actId="1076"/>
          <ac:spMkLst>
            <pc:docMk/>
            <pc:sldMk cId="1975044121" sldId="276"/>
            <ac:spMk id="10" creationId="{013786F9-437B-B8EA-A225-C8353E06BFC7}"/>
          </ac:spMkLst>
        </pc:spChg>
        <pc:spChg chg="mod topLvl">
          <ac:chgData name="Wilber Bautista" userId="S::wbautista_ue003@onp.gob.pe::f85d8714-baf7-424f-b528-bb897da37dfa" providerId="AD" clId="Web-{A8A5780D-1F03-3B47-2BE3-CA3BF6B3E6FB}" dt="2026-09-28T02:23:23.286" v="121"/>
          <ac:spMkLst>
            <pc:docMk/>
            <pc:sldMk cId="1975044121" sldId="276"/>
            <ac:spMk id="11" creationId="{CD182166-77AF-4771-1500-2D27AD56A5F6}"/>
          </ac:spMkLst>
        </pc:spChg>
        <pc:spChg chg="mod topLvl">
          <ac:chgData name="Wilber Bautista" userId="S::wbautista_ue003@onp.gob.pe::f85d8714-baf7-424f-b528-bb897da37dfa" providerId="AD" clId="Web-{A8A5780D-1F03-3B47-2BE3-CA3BF6B3E6FB}" dt="2026-09-28T02:23:23.286" v="121"/>
          <ac:spMkLst>
            <pc:docMk/>
            <pc:sldMk cId="1975044121" sldId="276"/>
            <ac:spMk id="12" creationId="{D68A8E99-511A-1C40-5B88-A1D26F9EC8B5}"/>
          </ac:spMkLst>
        </pc:spChg>
        <pc:spChg chg="mod">
          <ac:chgData name="Wilber Bautista" userId="S::wbautista_ue003@onp.gob.pe::f85d8714-baf7-424f-b528-bb897da37dfa" providerId="AD" clId="Web-{A8A5780D-1F03-3B47-2BE3-CA3BF6B3E6FB}" dt="2026-09-28T02:22:49.409" v="85" actId="1076"/>
          <ac:spMkLst>
            <pc:docMk/>
            <pc:sldMk cId="1975044121" sldId="276"/>
            <ac:spMk id="13" creationId="{F4D5F1C7-23DE-0D32-9D98-E51A3121D280}"/>
          </ac:spMkLst>
        </pc:spChg>
        <pc:spChg chg="mod topLvl">
          <ac:chgData name="Wilber Bautista" userId="S::wbautista_ue003@onp.gob.pe::f85d8714-baf7-424f-b528-bb897da37dfa" providerId="AD" clId="Web-{A8A5780D-1F03-3B47-2BE3-CA3BF6B3E6FB}" dt="2026-09-28T02:23:23.286" v="121"/>
          <ac:spMkLst>
            <pc:docMk/>
            <pc:sldMk cId="1975044121" sldId="276"/>
            <ac:spMk id="14" creationId="{18A8826D-1B31-E1B3-A3A5-AF2BE17F677F}"/>
          </ac:spMkLst>
        </pc:spChg>
        <pc:spChg chg="mod">
          <ac:chgData name="Wilber Bautista" userId="S::wbautista_ue003@onp.gob.pe::f85d8714-baf7-424f-b528-bb897da37dfa" providerId="AD" clId="Web-{A8A5780D-1F03-3B47-2BE3-CA3BF6B3E6FB}" dt="2026-09-28T02:22:49.487" v="87" actId="1076"/>
          <ac:spMkLst>
            <pc:docMk/>
            <pc:sldMk cId="1975044121" sldId="276"/>
            <ac:spMk id="15" creationId="{5BE13BEC-A611-F39D-3871-AE57C812DEB2}"/>
          </ac:spMkLst>
        </pc:spChg>
        <pc:spChg chg="mod topLvl">
          <ac:chgData name="Wilber Bautista" userId="S::wbautista_ue003@onp.gob.pe::f85d8714-baf7-424f-b528-bb897da37dfa" providerId="AD" clId="Web-{A8A5780D-1F03-3B47-2BE3-CA3BF6B3E6FB}" dt="2026-09-28T02:23:23.286" v="121"/>
          <ac:spMkLst>
            <pc:docMk/>
            <pc:sldMk cId="1975044121" sldId="276"/>
            <ac:spMk id="16" creationId="{72912BCA-5B05-7413-97F8-91AD0478974E}"/>
          </ac:spMkLst>
        </pc:spChg>
        <pc:spChg chg="mod">
          <ac:chgData name="Wilber Bautista" userId="S::wbautista_ue003@onp.gob.pe::f85d8714-baf7-424f-b528-bb897da37dfa" providerId="AD" clId="Web-{A8A5780D-1F03-3B47-2BE3-CA3BF6B3E6FB}" dt="2026-09-28T02:22:49.534" v="89" actId="1076"/>
          <ac:spMkLst>
            <pc:docMk/>
            <pc:sldMk cId="1975044121" sldId="276"/>
            <ac:spMk id="17" creationId="{94FD0373-C5D7-6DFC-6CBA-5B2A86883D3A}"/>
          </ac:spMkLst>
        </pc:spChg>
        <pc:spChg chg="mod topLvl">
          <ac:chgData name="Wilber Bautista" userId="S::wbautista_ue003@onp.gob.pe::f85d8714-baf7-424f-b528-bb897da37dfa" providerId="AD" clId="Web-{A8A5780D-1F03-3B47-2BE3-CA3BF6B3E6FB}" dt="2026-09-28T02:23:23.286" v="121"/>
          <ac:spMkLst>
            <pc:docMk/>
            <pc:sldMk cId="1975044121" sldId="276"/>
            <ac:spMk id="18" creationId="{5A406F2D-EF67-9771-F4E7-1CB264F8F663}"/>
          </ac:spMkLst>
        </pc:spChg>
        <pc:spChg chg="mod">
          <ac:chgData name="Wilber Bautista" userId="S::wbautista_ue003@onp.gob.pe::f85d8714-baf7-424f-b528-bb897da37dfa" providerId="AD" clId="Web-{A8A5780D-1F03-3B47-2BE3-CA3BF6B3E6FB}" dt="2026-09-28T02:22:49.612" v="91" actId="1076"/>
          <ac:spMkLst>
            <pc:docMk/>
            <pc:sldMk cId="1975044121" sldId="276"/>
            <ac:spMk id="19" creationId="{26E0DDC6-0DBD-604A-60B9-4EE269328FD9}"/>
          </ac:spMkLst>
        </pc:spChg>
        <pc:spChg chg="mod">
          <ac:chgData name="Wilber Bautista" userId="S::wbautista_ue003@onp.gob.pe::f85d8714-baf7-424f-b528-bb897da37dfa" providerId="AD" clId="Web-{A8A5780D-1F03-3B47-2BE3-CA3BF6B3E6FB}" dt="2026-09-28T02:22:49.643" v="92" actId="1076"/>
          <ac:spMkLst>
            <pc:docMk/>
            <pc:sldMk cId="1975044121" sldId="276"/>
            <ac:spMk id="20" creationId="{62FCFC8D-3598-EFB9-143B-9439950FFEE9}"/>
          </ac:spMkLst>
        </pc:spChg>
        <pc:spChg chg="mod">
          <ac:chgData name="Wilber Bautista" userId="S::wbautista_ue003@onp.gob.pe::f85d8714-baf7-424f-b528-bb897da37dfa" providerId="AD" clId="Web-{A8A5780D-1F03-3B47-2BE3-CA3BF6B3E6FB}" dt="2026-09-28T02:22:49.675" v="93" actId="1076"/>
          <ac:spMkLst>
            <pc:docMk/>
            <pc:sldMk cId="1975044121" sldId="276"/>
            <ac:spMk id="21" creationId="{071109E1-F29D-4CFE-3FC0-25EFBDB4005E}"/>
          </ac:spMkLst>
        </pc:spChg>
        <pc:spChg chg="mod">
          <ac:chgData name="Wilber Bautista" userId="S::wbautista_ue003@onp.gob.pe::f85d8714-baf7-424f-b528-bb897da37dfa" providerId="AD" clId="Web-{A8A5780D-1F03-3B47-2BE3-CA3BF6B3E6FB}" dt="2026-09-28T02:22:49.706" v="94" actId="1076"/>
          <ac:spMkLst>
            <pc:docMk/>
            <pc:sldMk cId="1975044121" sldId="276"/>
            <ac:spMk id="22" creationId="{EAFBFF1B-3BA9-A588-2A3C-4B599A6A5DC8}"/>
          </ac:spMkLst>
        </pc:spChg>
        <pc:spChg chg="mod">
          <ac:chgData name="Wilber Bautista" userId="S::wbautista_ue003@onp.gob.pe::f85d8714-baf7-424f-b528-bb897da37dfa" providerId="AD" clId="Web-{A8A5780D-1F03-3B47-2BE3-CA3BF6B3E6FB}" dt="2026-09-28T02:22:49.737" v="95" actId="1076"/>
          <ac:spMkLst>
            <pc:docMk/>
            <pc:sldMk cId="1975044121" sldId="276"/>
            <ac:spMk id="23" creationId="{740FEB57-5CCD-4291-8EF4-9B0B36EE471E}"/>
          </ac:spMkLst>
        </pc:spChg>
        <pc:spChg chg="mod">
          <ac:chgData name="Wilber Bautista" userId="S::wbautista_ue003@onp.gob.pe::f85d8714-baf7-424f-b528-bb897da37dfa" providerId="AD" clId="Web-{A8A5780D-1F03-3B47-2BE3-CA3BF6B3E6FB}" dt="2026-09-28T02:22:49.768" v="96" actId="1076"/>
          <ac:spMkLst>
            <pc:docMk/>
            <pc:sldMk cId="1975044121" sldId="276"/>
            <ac:spMk id="24" creationId="{4620A977-8AC1-B369-9B5A-49199403B1FA}"/>
          </ac:spMkLst>
        </pc:spChg>
        <pc:spChg chg="mod">
          <ac:chgData name="Wilber Bautista" userId="S::wbautista_ue003@onp.gob.pe::f85d8714-baf7-424f-b528-bb897da37dfa" providerId="AD" clId="Web-{A8A5780D-1F03-3B47-2BE3-CA3BF6B3E6FB}" dt="2026-09-28T02:22:49.800" v="97" actId="1076"/>
          <ac:spMkLst>
            <pc:docMk/>
            <pc:sldMk cId="1975044121" sldId="276"/>
            <ac:spMk id="25" creationId="{A874A7A2-2924-63AB-3ED7-A2DAE151FC42}"/>
          </ac:spMkLst>
        </pc:spChg>
        <pc:spChg chg="mod">
          <ac:chgData name="Wilber Bautista" userId="S::wbautista_ue003@onp.gob.pe::f85d8714-baf7-424f-b528-bb897da37dfa" providerId="AD" clId="Web-{A8A5780D-1F03-3B47-2BE3-CA3BF6B3E6FB}" dt="2026-09-28T02:22:49.831" v="98" actId="1076"/>
          <ac:spMkLst>
            <pc:docMk/>
            <pc:sldMk cId="1975044121" sldId="276"/>
            <ac:spMk id="26" creationId="{A826A125-FC4C-0B2C-2A50-2D22400128F3}"/>
          </ac:spMkLst>
        </pc:spChg>
        <pc:spChg chg="mod">
          <ac:chgData name="Wilber Bautista" userId="S::wbautista_ue003@onp.gob.pe::f85d8714-baf7-424f-b528-bb897da37dfa" providerId="AD" clId="Web-{A8A5780D-1F03-3B47-2BE3-CA3BF6B3E6FB}" dt="2026-09-28T02:22:49.862" v="99" actId="1076"/>
          <ac:spMkLst>
            <pc:docMk/>
            <pc:sldMk cId="1975044121" sldId="276"/>
            <ac:spMk id="27" creationId="{E32DF8A4-D605-5B73-C70C-A154ED53F0F1}"/>
          </ac:spMkLst>
        </pc:spChg>
        <pc:spChg chg="mod">
          <ac:chgData name="Wilber Bautista" userId="S::wbautista_ue003@onp.gob.pe::f85d8714-baf7-424f-b528-bb897da37dfa" providerId="AD" clId="Web-{A8A5780D-1F03-3B47-2BE3-CA3BF6B3E6FB}" dt="2026-09-28T02:22:49.909" v="100" actId="1076"/>
          <ac:spMkLst>
            <pc:docMk/>
            <pc:sldMk cId="1975044121" sldId="276"/>
            <ac:spMk id="28" creationId="{57E86040-2916-3977-F9F6-6101F9CD010F}"/>
          </ac:spMkLst>
        </pc:spChg>
        <pc:spChg chg="mod topLvl">
          <ac:chgData name="Wilber Bautista" userId="S::wbautista_ue003@onp.gob.pe::f85d8714-baf7-424f-b528-bb897da37dfa" providerId="AD" clId="Web-{A8A5780D-1F03-3B47-2BE3-CA3BF6B3E6FB}" dt="2026-09-28T02:23:23.286" v="121"/>
          <ac:spMkLst>
            <pc:docMk/>
            <pc:sldMk cId="1975044121" sldId="276"/>
            <ac:spMk id="29" creationId="{6E5AE596-7677-5F2C-D13D-E5EF0572F01B}"/>
          </ac:spMkLst>
        </pc:spChg>
        <pc:spChg chg="mod">
          <ac:chgData name="Wilber Bautista" userId="S::wbautista_ue003@onp.gob.pe::f85d8714-baf7-424f-b528-bb897da37dfa" providerId="AD" clId="Web-{A8A5780D-1F03-3B47-2BE3-CA3BF6B3E6FB}" dt="2026-09-28T02:22:49.987" v="102" actId="1076"/>
          <ac:spMkLst>
            <pc:docMk/>
            <pc:sldMk cId="1975044121" sldId="276"/>
            <ac:spMk id="30" creationId="{821973F6-F301-DA2E-3E1A-2C7196C9921F}"/>
          </ac:spMkLst>
        </pc:spChg>
        <pc:spChg chg="mod">
          <ac:chgData name="Wilber Bautista" userId="S::wbautista_ue003@onp.gob.pe::f85d8714-baf7-424f-b528-bb897da37dfa" providerId="AD" clId="Web-{A8A5780D-1F03-3B47-2BE3-CA3BF6B3E6FB}" dt="2026-09-28T02:22:50.018" v="103" actId="1076"/>
          <ac:spMkLst>
            <pc:docMk/>
            <pc:sldMk cId="1975044121" sldId="276"/>
            <ac:spMk id="31" creationId="{40F19196-A9EB-324D-DE80-328B626C15DE}"/>
          </ac:spMkLst>
        </pc:spChg>
        <pc:spChg chg="mod topLvl">
          <ac:chgData name="Wilber Bautista" userId="S::wbautista_ue003@onp.gob.pe::f85d8714-baf7-424f-b528-bb897da37dfa" providerId="AD" clId="Web-{A8A5780D-1F03-3B47-2BE3-CA3BF6B3E6FB}" dt="2026-09-28T02:23:23.286" v="121"/>
          <ac:spMkLst>
            <pc:docMk/>
            <pc:sldMk cId="1975044121" sldId="276"/>
            <ac:spMk id="32" creationId="{989109F3-CC4C-269C-CDD7-80E90A903C57}"/>
          </ac:spMkLst>
        </pc:spChg>
        <pc:spChg chg="mod">
          <ac:chgData name="Wilber Bautista" userId="S::wbautista_ue003@onp.gob.pe::f85d8714-baf7-424f-b528-bb897da37dfa" providerId="AD" clId="Web-{A8A5780D-1F03-3B47-2BE3-CA3BF6B3E6FB}" dt="2026-09-28T02:22:50.081" v="105" actId="1076"/>
          <ac:spMkLst>
            <pc:docMk/>
            <pc:sldMk cId="1975044121" sldId="276"/>
            <ac:spMk id="33" creationId="{D2073593-6E5D-C5CA-F2DC-3E00CC0CB968}"/>
          </ac:spMkLst>
        </pc:spChg>
        <pc:spChg chg="mod">
          <ac:chgData name="Wilber Bautista" userId="S::wbautista_ue003@onp.gob.pe::f85d8714-baf7-424f-b528-bb897da37dfa" providerId="AD" clId="Web-{A8A5780D-1F03-3B47-2BE3-CA3BF6B3E6FB}" dt="2026-09-28T02:22:50.128" v="106" actId="1076"/>
          <ac:spMkLst>
            <pc:docMk/>
            <pc:sldMk cId="1975044121" sldId="276"/>
            <ac:spMk id="34" creationId="{E3383084-E8EC-1E6E-EC24-525A40369297}"/>
          </ac:spMkLst>
        </pc:spChg>
        <pc:spChg chg="mod">
          <ac:chgData name="Wilber Bautista" userId="S::wbautista_ue003@onp.gob.pe::f85d8714-baf7-424f-b528-bb897da37dfa" providerId="AD" clId="Web-{A8A5780D-1F03-3B47-2BE3-CA3BF6B3E6FB}" dt="2026-09-28T02:22:50.159" v="107" actId="1076"/>
          <ac:spMkLst>
            <pc:docMk/>
            <pc:sldMk cId="1975044121" sldId="276"/>
            <ac:spMk id="35" creationId="{A6156426-9248-DB45-3B55-FCCDC948616A}"/>
          </ac:spMkLst>
        </pc:spChg>
        <pc:spChg chg="mod topLvl">
          <ac:chgData name="Wilber Bautista" userId="S::wbautista_ue003@onp.gob.pe::f85d8714-baf7-424f-b528-bb897da37dfa" providerId="AD" clId="Web-{A8A5780D-1F03-3B47-2BE3-CA3BF6B3E6FB}" dt="2026-09-28T02:23:23.286" v="121"/>
          <ac:spMkLst>
            <pc:docMk/>
            <pc:sldMk cId="1975044121" sldId="276"/>
            <ac:spMk id="36" creationId="{476619F4-F799-B614-7CB1-1C4DF8A3CCE6}"/>
          </ac:spMkLst>
        </pc:spChg>
        <pc:spChg chg="mod">
          <ac:chgData name="Wilber Bautista" userId="S::wbautista_ue003@onp.gob.pe::f85d8714-baf7-424f-b528-bb897da37dfa" providerId="AD" clId="Web-{A8A5780D-1F03-3B47-2BE3-CA3BF6B3E6FB}" dt="2026-09-28T02:22:50.222" v="109" actId="1076"/>
          <ac:spMkLst>
            <pc:docMk/>
            <pc:sldMk cId="1975044121" sldId="276"/>
            <ac:spMk id="37" creationId="{DB025449-170D-8986-3A44-2C70BDB20F7F}"/>
          </ac:spMkLst>
        </pc:spChg>
        <pc:spChg chg="mod">
          <ac:chgData name="Wilber Bautista" userId="S::wbautista_ue003@onp.gob.pe::f85d8714-baf7-424f-b528-bb897da37dfa" providerId="AD" clId="Web-{A8A5780D-1F03-3B47-2BE3-CA3BF6B3E6FB}" dt="2026-09-28T02:22:50.253" v="110" actId="1076"/>
          <ac:spMkLst>
            <pc:docMk/>
            <pc:sldMk cId="1975044121" sldId="276"/>
            <ac:spMk id="38" creationId="{EC9C01EE-72CD-F117-008F-3432F115CFB0}"/>
          </ac:spMkLst>
        </pc:spChg>
        <pc:spChg chg="mod">
          <ac:chgData name="Wilber Bautista" userId="S::wbautista_ue003@onp.gob.pe::f85d8714-baf7-424f-b528-bb897da37dfa" providerId="AD" clId="Web-{A8A5780D-1F03-3B47-2BE3-CA3BF6B3E6FB}" dt="2026-09-28T02:22:50.284" v="111" actId="1076"/>
          <ac:spMkLst>
            <pc:docMk/>
            <pc:sldMk cId="1975044121" sldId="276"/>
            <ac:spMk id="39" creationId="{65A36FCB-4192-D92D-5F2E-9CBAA6766BF5}"/>
          </ac:spMkLst>
        </pc:spChg>
        <pc:spChg chg="mod">
          <ac:chgData name="Wilber Bautista" userId="S::wbautista_ue003@onp.gob.pe::f85d8714-baf7-424f-b528-bb897da37dfa" providerId="AD" clId="Web-{A8A5780D-1F03-3B47-2BE3-CA3BF6B3E6FB}" dt="2026-09-28T02:22:50.315" v="112" actId="1076"/>
          <ac:spMkLst>
            <pc:docMk/>
            <pc:sldMk cId="1975044121" sldId="276"/>
            <ac:spMk id="40" creationId="{5C96C3D2-9DB1-2AA8-FFB2-1D29B1DCB517}"/>
          </ac:spMkLst>
        </pc:spChg>
        <pc:spChg chg="mod">
          <ac:chgData name="Wilber Bautista" userId="S::wbautista_ue003@onp.gob.pe::f85d8714-baf7-424f-b528-bb897da37dfa" providerId="AD" clId="Web-{A8A5780D-1F03-3B47-2BE3-CA3BF6B3E6FB}" dt="2026-09-28T02:22:50.347" v="113" actId="1076"/>
          <ac:spMkLst>
            <pc:docMk/>
            <pc:sldMk cId="1975044121" sldId="276"/>
            <ac:spMk id="41" creationId="{549CACCC-4F69-C9B3-C089-55DE0E389978}"/>
          </ac:spMkLst>
        </pc:spChg>
        <pc:spChg chg="mod topLvl">
          <ac:chgData name="Wilber Bautista" userId="S::wbautista_ue003@onp.gob.pe::f85d8714-baf7-424f-b528-bb897da37dfa" providerId="AD" clId="Web-{A8A5780D-1F03-3B47-2BE3-CA3BF6B3E6FB}" dt="2026-09-28T02:23:23.286" v="121"/>
          <ac:spMkLst>
            <pc:docMk/>
            <pc:sldMk cId="1975044121" sldId="276"/>
            <ac:spMk id="42" creationId="{CB166C04-99A3-3B2B-66E6-63B07D6F68A5}"/>
          </ac:spMkLst>
        </pc:spChg>
        <pc:spChg chg="mod">
          <ac:chgData name="Wilber Bautista" userId="S::wbautista_ue003@onp.gob.pe::f85d8714-baf7-424f-b528-bb897da37dfa" providerId="AD" clId="Web-{A8A5780D-1F03-3B47-2BE3-CA3BF6B3E6FB}" dt="2026-09-28T02:22:50.409" v="115" actId="1076"/>
          <ac:spMkLst>
            <pc:docMk/>
            <pc:sldMk cId="1975044121" sldId="276"/>
            <ac:spMk id="43" creationId="{43CE9E1C-E557-DD45-1792-6D57CDE6512A}"/>
          </ac:spMkLst>
        </pc:spChg>
        <pc:spChg chg="mod">
          <ac:chgData name="Wilber Bautista" userId="S::wbautista_ue003@onp.gob.pe::f85d8714-baf7-424f-b528-bb897da37dfa" providerId="AD" clId="Web-{A8A5780D-1F03-3B47-2BE3-CA3BF6B3E6FB}" dt="2026-09-28T02:22:50.456" v="116" actId="1076"/>
          <ac:spMkLst>
            <pc:docMk/>
            <pc:sldMk cId="1975044121" sldId="276"/>
            <ac:spMk id="44" creationId="{AC63CF53-33EF-B8D1-1275-C41045D3BD04}"/>
          </ac:spMkLst>
        </pc:spChg>
        <pc:spChg chg="mod">
          <ac:chgData name="Wilber Bautista" userId="S::wbautista_ue003@onp.gob.pe::f85d8714-baf7-424f-b528-bb897da37dfa" providerId="AD" clId="Web-{A8A5780D-1F03-3B47-2BE3-CA3BF6B3E6FB}" dt="2026-09-28T02:22:50.487" v="117" actId="1076"/>
          <ac:spMkLst>
            <pc:docMk/>
            <pc:sldMk cId="1975044121" sldId="276"/>
            <ac:spMk id="45" creationId="{BA1D9C11-072F-5845-8619-8C967F0B08D5}"/>
          </ac:spMkLst>
        </pc:spChg>
        <pc:spChg chg="mod">
          <ac:chgData name="Wilber Bautista" userId="S::wbautista_ue003@onp.gob.pe::f85d8714-baf7-424f-b528-bb897da37dfa" providerId="AD" clId="Web-{A8A5780D-1F03-3B47-2BE3-CA3BF6B3E6FB}" dt="2026-09-28T02:30:03.673" v="167" actId="14100"/>
          <ac:spMkLst>
            <pc:docMk/>
            <pc:sldMk cId="1975044121" sldId="276"/>
            <ac:spMk id="46" creationId="{43DCA2D9-3D9C-B872-E0AF-93E30EA4738D}"/>
          </ac:spMkLst>
        </pc:spChg>
        <pc:spChg chg="add topLvl">
          <ac:chgData name="Wilber Bautista" userId="S::wbautista_ue003@onp.gob.pe::f85d8714-baf7-424f-b528-bb897da37dfa" providerId="AD" clId="Web-{A8A5780D-1F03-3B47-2BE3-CA3BF6B3E6FB}" dt="2026-09-28T02:26:17.532" v="156"/>
          <ac:spMkLst>
            <pc:docMk/>
            <pc:sldMk cId="1975044121" sldId="276"/>
            <ac:spMk id="50" creationId="{1EF0A704-5F04-E479-B25F-6C0B1BE1E47C}"/>
          </ac:spMkLst>
        </pc:spChg>
        <pc:spChg chg="add topLvl">
          <ac:chgData name="Wilber Bautista" userId="S::wbautista_ue003@onp.gob.pe::f85d8714-baf7-424f-b528-bb897da37dfa" providerId="AD" clId="Web-{A8A5780D-1F03-3B47-2BE3-CA3BF6B3E6FB}" dt="2026-09-28T02:26:17.532" v="156"/>
          <ac:spMkLst>
            <pc:docMk/>
            <pc:sldMk cId="1975044121" sldId="276"/>
            <ac:spMk id="51" creationId="{A710296F-CC1A-28DF-844A-7E02BB06AE40}"/>
          </ac:spMkLst>
        </pc:spChg>
        <pc:spChg chg="add topLvl">
          <ac:chgData name="Wilber Bautista" userId="S::wbautista_ue003@onp.gob.pe::f85d8714-baf7-424f-b528-bb897da37dfa" providerId="AD" clId="Web-{A8A5780D-1F03-3B47-2BE3-CA3BF6B3E6FB}" dt="2026-09-28T02:26:17.532" v="156"/>
          <ac:spMkLst>
            <pc:docMk/>
            <pc:sldMk cId="1975044121" sldId="276"/>
            <ac:spMk id="52" creationId="{2658CB74-3D3E-CD55-8CCD-D74039162176}"/>
          </ac:spMkLst>
        </pc:spChg>
        <pc:spChg chg="add">
          <ac:chgData name="Wilber Bautista" userId="S::wbautista_ue003@onp.gob.pe::f85d8714-baf7-424f-b528-bb897da37dfa" providerId="AD" clId="Web-{A8A5780D-1F03-3B47-2BE3-CA3BF6B3E6FB}" dt="2026-09-28T02:10:38.562" v="9"/>
          <ac:spMkLst>
            <pc:docMk/>
            <pc:sldMk cId="1975044121" sldId="276"/>
            <ac:spMk id="55" creationId="{FB0529C8-6D23-973E-DD1E-A4823E77F8A2}"/>
          </ac:spMkLst>
        </pc:spChg>
        <pc:spChg chg="add">
          <ac:chgData name="Wilber Bautista" userId="S::wbautista_ue003@onp.gob.pe::f85d8714-baf7-424f-b528-bb897da37dfa" providerId="AD" clId="Web-{A8A5780D-1F03-3B47-2BE3-CA3BF6B3E6FB}" dt="2026-09-28T02:10:38.562" v="9"/>
          <ac:spMkLst>
            <pc:docMk/>
            <pc:sldMk cId="1975044121" sldId="276"/>
            <ac:spMk id="56" creationId="{6CC5F324-6562-F69C-A60B-230C2B0538C4}"/>
          </ac:spMkLst>
        </pc:spChg>
        <pc:spChg chg="add">
          <ac:chgData name="Wilber Bautista" userId="S::wbautista_ue003@onp.gob.pe::f85d8714-baf7-424f-b528-bb897da37dfa" providerId="AD" clId="Web-{A8A5780D-1F03-3B47-2BE3-CA3BF6B3E6FB}" dt="2026-09-28T02:10:38.562" v="9"/>
          <ac:spMkLst>
            <pc:docMk/>
            <pc:sldMk cId="1975044121" sldId="276"/>
            <ac:spMk id="57" creationId="{9B3E80FA-1DED-BD2F-8FAF-2D4B138C4BE7}"/>
          </ac:spMkLst>
        </pc:spChg>
        <pc:spChg chg="mod">
          <ac:chgData name="Wilber Bautista" userId="S::wbautista_ue003@onp.gob.pe::f85d8714-baf7-424f-b528-bb897da37dfa" providerId="AD" clId="Web-{A8A5780D-1F03-3B47-2BE3-CA3BF6B3E6FB}" dt="2026-09-28T02:26:12.720" v="143" actId="1076"/>
          <ac:spMkLst>
            <pc:docMk/>
            <pc:sldMk cId="1975044121" sldId="276"/>
            <ac:spMk id="119" creationId="{A0B76175-EDBC-AB5D-584C-2CDF890BA6B6}"/>
          </ac:spMkLst>
        </pc:spChg>
        <pc:spChg chg="mod">
          <ac:chgData name="Wilber Bautista" userId="S::wbautista_ue003@onp.gob.pe::f85d8714-baf7-424f-b528-bb897da37dfa" providerId="AD" clId="Web-{A8A5780D-1F03-3B47-2BE3-CA3BF6B3E6FB}" dt="2026-09-28T02:26:12.751" v="144" actId="1076"/>
          <ac:spMkLst>
            <pc:docMk/>
            <pc:sldMk cId="1975044121" sldId="276"/>
            <ac:spMk id="120" creationId="{05FD563D-A2F7-E3D8-1516-C42C003A1340}"/>
          </ac:spMkLst>
        </pc:spChg>
        <pc:spChg chg="mod">
          <ac:chgData name="Wilber Bautista" userId="S::wbautista_ue003@onp.gob.pe::f85d8714-baf7-424f-b528-bb897da37dfa" providerId="AD" clId="Web-{A8A5780D-1F03-3B47-2BE3-CA3BF6B3E6FB}" dt="2026-09-28T02:26:12.798" v="145" actId="1076"/>
          <ac:spMkLst>
            <pc:docMk/>
            <pc:sldMk cId="1975044121" sldId="276"/>
            <ac:spMk id="121" creationId="{F2E534DA-D3EF-2D03-B2FD-06F027403F9D}"/>
          </ac:spMkLst>
        </pc:spChg>
        <pc:spChg chg="mod">
          <ac:chgData name="Wilber Bautista" userId="S::wbautista_ue003@onp.gob.pe::f85d8714-baf7-424f-b528-bb897da37dfa" providerId="AD" clId="Web-{A8A5780D-1F03-3B47-2BE3-CA3BF6B3E6FB}" dt="2026-09-28T02:26:12.829" v="146" actId="1076"/>
          <ac:spMkLst>
            <pc:docMk/>
            <pc:sldMk cId="1975044121" sldId="276"/>
            <ac:spMk id="124" creationId="{E948C9AE-4B12-8EE6-55BF-3697743053DE}"/>
          </ac:spMkLst>
        </pc:spChg>
        <pc:spChg chg="mod">
          <ac:chgData name="Wilber Bautista" userId="S::wbautista_ue003@onp.gob.pe::f85d8714-baf7-424f-b528-bb897da37dfa" providerId="AD" clId="Web-{A8A5780D-1F03-3B47-2BE3-CA3BF6B3E6FB}" dt="2026-09-28T02:26:12.876" v="147" actId="1076"/>
          <ac:spMkLst>
            <pc:docMk/>
            <pc:sldMk cId="1975044121" sldId="276"/>
            <ac:spMk id="125" creationId="{33067EC2-5883-9FDD-6886-2539B7502E59}"/>
          </ac:spMkLst>
        </pc:spChg>
        <pc:spChg chg="mod">
          <ac:chgData name="Wilber Bautista" userId="S::wbautista_ue003@onp.gob.pe::f85d8714-baf7-424f-b528-bb897da37dfa" providerId="AD" clId="Web-{A8A5780D-1F03-3B47-2BE3-CA3BF6B3E6FB}" dt="2026-09-28T02:26:12.907" v="148" actId="1076"/>
          <ac:spMkLst>
            <pc:docMk/>
            <pc:sldMk cId="1975044121" sldId="276"/>
            <ac:spMk id="126" creationId="{BF093FD9-4ADB-CAB6-1431-6DBB060353BB}"/>
          </ac:spMkLst>
        </pc:spChg>
        <pc:spChg chg="mod">
          <ac:chgData name="Wilber Bautista" userId="S::wbautista_ue003@onp.gob.pe::f85d8714-baf7-424f-b528-bb897da37dfa" providerId="AD" clId="Web-{A8A5780D-1F03-3B47-2BE3-CA3BF6B3E6FB}" dt="2026-09-28T02:26:12.688" v="142" actId="1076"/>
          <ac:spMkLst>
            <pc:docMk/>
            <pc:sldMk cId="1975044121" sldId="276"/>
            <ac:spMk id="128" creationId="{520D21E7-2120-E641-6ED0-DBB8660B0469}"/>
          </ac:spMkLst>
        </pc:spChg>
        <pc:spChg chg="mod">
          <ac:chgData name="Wilber Bautista" userId="S::wbautista_ue003@onp.gob.pe::f85d8714-baf7-424f-b528-bb897da37dfa" providerId="AD" clId="Web-{A8A5780D-1F03-3B47-2BE3-CA3BF6B3E6FB}" dt="2026-09-28T02:26:12.954" v="149" actId="1076"/>
          <ac:spMkLst>
            <pc:docMk/>
            <pc:sldMk cId="1975044121" sldId="276"/>
            <ac:spMk id="129" creationId="{3085DF82-CD4D-B050-3897-BB2FB1782F85}"/>
          </ac:spMkLst>
        </pc:spChg>
        <pc:spChg chg="mod">
          <ac:chgData name="Wilber Bautista" userId="S::wbautista_ue003@onp.gob.pe::f85d8714-baf7-424f-b528-bb897da37dfa" providerId="AD" clId="Web-{A8A5780D-1F03-3B47-2BE3-CA3BF6B3E6FB}" dt="2026-09-28T02:26:12.985" v="150" actId="1076"/>
          <ac:spMkLst>
            <pc:docMk/>
            <pc:sldMk cId="1975044121" sldId="276"/>
            <ac:spMk id="130" creationId="{50DAA28F-3B42-A8EC-2F68-70CB8272DD37}"/>
          </ac:spMkLst>
        </pc:spChg>
        <pc:spChg chg="mod">
          <ac:chgData name="Wilber Bautista" userId="S::wbautista_ue003@onp.gob.pe::f85d8714-baf7-424f-b528-bb897da37dfa" providerId="AD" clId="Web-{A8A5780D-1F03-3B47-2BE3-CA3BF6B3E6FB}" dt="2026-09-28T02:26:13.017" v="151" actId="1076"/>
          <ac:spMkLst>
            <pc:docMk/>
            <pc:sldMk cId="1975044121" sldId="276"/>
            <ac:spMk id="131" creationId="{3BA47457-5777-5090-6005-0D43472CD1D6}"/>
          </ac:spMkLst>
        </pc:spChg>
        <pc:spChg chg="mod">
          <ac:chgData name="Wilber Bautista" userId="S::wbautista_ue003@onp.gob.pe::f85d8714-baf7-424f-b528-bb897da37dfa" providerId="AD" clId="Web-{A8A5780D-1F03-3B47-2BE3-CA3BF6B3E6FB}" dt="2026-09-28T02:30:12.673" v="169" actId="1076"/>
          <ac:spMkLst>
            <pc:docMk/>
            <pc:sldMk cId="1975044121" sldId="276"/>
            <ac:spMk id="277" creationId="{31F445DA-BB51-AE5C-BB42-ADEBE10DFE19}"/>
          </ac:spMkLst>
        </pc:spChg>
        <pc:grpChg chg="mod">
          <ac:chgData name="Wilber Bautista" userId="S::wbautista_ue003@onp.gob.pe::f85d8714-baf7-424f-b528-bb897da37dfa" providerId="AD" clId="Web-{A8A5780D-1F03-3B47-2BE3-CA3BF6B3E6FB}" dt="2026-09-28T02:26:13.142" v="153" actId="1076"/>
          <ac:grpSpMkLst>
            <pc:docMk/>
            <pc:sldMk cId="1975044121" sldId="276"/>
            <ac:grpSpMk id="2" creationId="{513DF3B6-99BD-AE1F-B06B-92558297FEAD}"/>
          </ac:grpSpMkLst>
        </pc:grpChg>
        <pc:grpChg chg="mod">
          <ac:chgData name="Wilber Bautista" userId="S::wbautista_ue003@onp.gob.pe::f85d8714-baf7-424f-b528-bb897da37dfa" providerId="AD" clId="Web-{A8A5780D-1F03-3B47-2BE3-CA3BF6B3E6FB}" dt="2026-09-28T02:28:10.868" v="159" actId="14100"/>
          <ac:grpSpMkLst>
            <pc:docMk/>
            <pc:sldMk cId="1975044121" sldId="276"/>
            <ac:grpSpMk id="48" creationId="{613F5A9E-C1A4-9BBA-2548-D1DFC27A7BCD}"/>
          </ac:grpSpMkLst>
        </pc:grpChg>
        <pc:grpChg chg="add del mod">
          <ac:chgData name="Wilber Bautista" userId="S::wbautista_ue003@onp.gob.pe::f85d8714-baf7-424f-b528-bb897da37dfa" providerId="AD" clId="Web-{A8A5780D-1F03-3B47-2BE3-CA3BF6B3E6FB}" dt="2026-09-28T02:26:17.532" v="156"/>
          <ac:grpSpMkLst>
            <pc:docMk/>
            <pc:sldMk cId="1975044121" sldId="276"/>
            <ac:grpSpMk id="49" creationId="{B3C6A530-64C5-EE6A-C982-D501AD202742}"/>
          </ac:grpSpMkLst>
        </pc:grpChg>
        <pc:grpChg chg="add mod topLvl">
          <ac:chgData name="Wilber Bautista" userId="S::wbautista_ue003@onp.gob.pe::f85d8714-baf7-424f-b528-bb897da37dfa" providerId="AD" clId="Web-{A8A5780D-1F03-3B47-2BE3-CA3BF6B3E6FB}" dt="2026-09-28T02:26:31.346" v="157" actId="1076"/>
          <ac:grpSpMkLst>
            <pc:docMk/>
            <pc:sldMk cId="1975044121" sldId="276"/>
            <ac:grpSpMk id="53" creationId="{E387B970-D104-7528-0628-154519763E6A}"/>
          </ac:grpSpMkLst>
        </pc:grpChg>
        <pc:grpChg chg="add">
          <ac:chgData name="Wilber Bautista" userId="S::wbautista_ue003@onp.gob.pe::f85d8714-baf7-424f-b528-bb897da37dfa" providerId="AD" clId="Web-{A8A5780D-1F03-3B47-2BE3-CA3BF6B3E6FB}" dt="2026-09-28T02:22:19.673" v="74"/>
          <ac:grpSpMkLst>
            <pc:docMk/>
            <pc:sldMk cId="1975044121" sldId="276"/>
            <ac:grpSpMk id="58" creationId="{D25F00D7-7FF9-83E0-3247-FA04A44F649D}"/>
          </ac:grpSpMkLst>
        </pc:grpChg>
        <pc:grpChg chg="add">
          <ac:chgData name="Wilber Bautista" userId="S::wbautista_ue003@onp.gob.pe::f85d8714-baf7-424f-b528-bb897da37dfa" providerId="AD" clId="Web-{A8A5780D-1F03-3B47-2BE3-CA3BF6B3E6FB}" dt="2026-09-28T02:23:05.082" v="120"/>
          <ac:grpSpMkLst>
            <pc:docMk/>
            <pc:sldMk cId="1975044121" sldId="276"/>
            <ac:grpSpMk id="59" creationId="{B2D2421D-C0E1-4741-C03B-DEEEE611D50F}"/>
          </ac:grpSpMkLst>
        </pc:grpChg>
        <pc:grpChg chg="add">
          <ac:chgData name="Wilber Bautista" userId="S::wbautista_ue003@onp.gob.pe::f85d8714-baf7-424f-b528-bb897da37dfa" providerId="AD" clId="Web-{A8A5780D-1F03-3B47-2BE3-CA3BF6B3E6FB}" dt="2026-09-28T02:23:31.193" v="122"/>
          <ac:grpSpMkLst>
            <pc:docMk/>
            <pc:sldMk cId="1975044121" sldId="276"/>
            <ac:grpSpMk id="60" creationId="{1BA25010-282F-FC6F-926E-CEB21AFA107F}"/>
          </ac:grpSpMkLst>
        </pc:grpChg>
        <pc:picChg chg="add topLvl">
          <ac:chgData name="Wilber Bautista" userId="S::wbautista_ue003@onp.gob.pe::f85d8714-baf7-424f-b528-bb897da37dfa" providerId="AD" clId="Web-{A8A5780D-1F03-3B47-2BE3-CA3BF6B3E6FB}" dt="2026-09-28T02:26:17.532" v="156"/>
          <ac:picMkLst>
            <pc:docMk/>
            <pc:sldMk cId="1975044121" sldId="276"/>
            <ac:picMk id="54" creationId="{C5ECB89F-5D1E-3A6E-56DC-45524E00C80F}"/>
          </ac:picMkLst>
        </pc:picChg>
        <pc:picChg chg="mod">
          <ac:chgData name="Wilber Bautista" userId="S::wbautista_ue003@onp.gob.pe::f85d8714-baf7-424f-b528-bb897da37dfa" providerId="AD" clId="Web-{A8A5780D-1F03-3B47-2BE3-CA3BF6B3E6FB}" dt="2026-09-28T02:26:13.063" v="152" actId="1076"/>
          <ac:picMkLst>
            <pc:docMk/>
            <pc:sldMk cId="1975044121" sldId="276"/>
            <ac:picMk id="257" creationId="{4CB3C966-2CCD-D6D6-9414-F62DC8985710}"/>
          </ac:picMkLst>
        </pc:picChg>
        <pc:picChg chg="mod">
          <ac:chgData name="Wilber Bautista" userId="S::wbautista_ue003@onp.gob.pe::f85d8714-baf7-424f-b528-bb897da37dfa" providerId="AD" clId="Web-{A8A5780D-1F03-3B47-2BE3-CA3BF6B3E6FB}" dt="2026-09-28T02:26:13.173" v="154" actId="1076"/>
          <ac:picMkLst>
            <pc:docMk/>
            <pc:sldMk cId="1975044121" sldId="276"/>
            <ac:picMk id="285" creationId="{C3FA6431-B74A-374B-64C8-F8AD5A1F5DDC}"/>
          </ac:picMkLst>
        </pc:picChg>
        <pc:picChg chg="mod">
          <ac:chgData name="Wilber Bautista" userId="S::wbautista_ue003@onp.gob.pe::f85d8714-baf7-424f-b528-bb897da37dfa" providerId="AD" clId="Web-{A8A5780D-1F03-3B47-2BE3-CA3BF6B3E6FB}" dt="2026-09-28T02:26:13.220" v="155" actId="1076"/>
          <ac:picMkLst>
            <pc:docMk/>
            <pc:sldMk cId="1975044121" sldId="276"/>
            <ac:picMk id="286" creationId="{96E3468C-307F-8A8B-30AA-198EA3ADD43B}"/>
          </ac:picMkLst>
        </pc:picChg>
      </pc:sldChg>
      <pc:sldChg chg="add del">
        <pc:chgData name="Wilber Bautista" userId="S::wbautista_ue003@onp.gob.pe::f85d8714-baf7-424f-b528-bb897da37dfa" providerId="AD" clId="Web-{A8A5780D-1F03-3B47-2BE3-CA3BF6B3E6FB}" dt="2026-09-28T02:22:53.144" v="119"/>
        <pc:sldMkLst>
          <pc:docMk/>
          <pc:sldMk cId="2116939785" sldId="278"/>
        </pc:sldMkLst>
      </pc:sldChg>
    </pc:docChg>
  </pc:docChgLst>
  <pc:docChgLst>
    <pc:chgData name="Wilber Bautista" userId="S::wbautista_ue003@onp.gob.pe::f85d8714-baf7-424f-b528-bb897da37dfa" providerId="AD" clId="Web-{FBFDD2B3-87E7-C3F3-E27B-B462F0C94368}"/>
    <pc:docChg chg="addSld modSld">
      <pc:chgData name="Wilber Bautista" userId="S::wbautista_ue003@onp.gob.pe::f85d8714-baf7-424f-b528-bb897da37dfa" providerId="AD" clId="Web-{FBFDD2B3-87E7-C3F3-E27B-B462F0C94368}" dt="2026-09-28T18:53:42.524" v="164" actId="20577"/>
      <pc:docMkLst>
        <pc:docMk/>
      </pc:docMkLst>
      <pc:sldChg chg="addSp modSp">
        <pc:chgData name="Wilber Bautista" userId="S::wbautista_ue003@onp.gob.pe::f85d8714-baf7-424f-b528-bb897da37dfa" providerId="AD" clId="Web-{FBFDD2B3-87E7-C3F3-E27B-B462F0C94368}" dt="2026-09-28T18:53:42.524" v="164" actId="20577"/>
        <pc:sldMkLst>
          <pc:docMk/>
          <pc:sldMk cId="4271471828" sldId="273"/>
        </pc:sldMkLst>
        <pc:spChg chg="mod">
          <ac:chgData name="Wilber Bautista" userId="S::wbautista_ue003@onp.gob.pe::f85d8714-baf7-424f-b528-bb897da37dfa" providerId="AD" clId="Web-{FBFDD2B3-87E7-C3F3-E27B-B462F0C94368}" dt="2026-09-28T18:53:42.524" v="164" actId="20577"/>
          <ac:spMkLst>
            <pc:docMk/>
            <pc:sldMk cId="4271471828" sldId="273"/>
            <ac:spMk id="18" creationId="{C2103BD2-F2E3-97C8-29F6-2AC510DA57C9}"/>
          </ac:spMkLst>
        </pc:spChg>
        <pc:spChg chg="mod">
          <ac:chgData name="Wilber Bautista" userId="S::wbautista_ue003@onp.gob.pe::f85d8714-baf7-424f-b528-bb897da37dfa" providerId="AD" clId="Web-{FBFDD2B3-87E7-C3F3-E27B-B462F0C94368}" dt="2026-09-28T17:06:30.237" v="137" actId="1076"/>
          <ac:spMkLst>
            <pc:docMk/>
            <pc:sldMk cId="4271471828" sldId="273"/>
            <ac:spMk id="22" creationId="{EA0F2D1B-8290-6924-FD41-A923B7293C84}"/>
          </ac:spMkLst>
        </pc:spChg>
        <pc:spChg chg="mod">
          <ac:chgData name="Wilber Bautista" userId="S::wbautista_ue003@onp.gob.pe::f85d8714-baf7-424f-b528-bb897da37dfa" providerId="AD" clId="Web-{FBFDD2B3-87E7-C3F3-E27B-B462F0C94368}" dt="2026-09-28T17:09:34.003" v="152" actId="1076"/>
          <ac:spMkLst>
            <pc:docMk/>
            <pc:sldMk cId="4271471828" sldId="273"/>
            <ac:spMk id="31" creationId="{F66D5E1F-7027-B8F1-14E1-ACF1526619ED}"/>
          </ac:spMkLst>
        </pc:spChg>
        <pc:spChg chg="mod">
          <ac:chgData name="Wilber Bautista" userId="S::wbautista_ue003@onp.gob.pe::f85d8714-baf7-424f-b528-bb897da37dfa" providerId="AD" clId="Web-{FBFDD2B3-87E7-C3F3-E27B-B462F0C94368}" dt="2026-09-28T17:09:21.471" v="148" actId="1076"/>
          <ac:spMkLst>
            <pc:docMk/>
            <pc:sldMk cId="4271471828" sldId="273"/>
            <ac:spMk id="34" creationId="{D1DB1E2C-C159-1548-A98B-263ED2D380C3}"/>
          </ac:spMkLst>
        </pc:spChg>
        <pc:spChg chg="mod">
          <ac:chgData name="Wilber Bautista" userId="S::wbautista_ue003@onp.gob.pe::f85d8714-baf7-424f-b528-bb897da37dfa" providerId="AD" clId="Web-{FBFDD2B3-87E7-C3F3-E27B-B462F0C94368}" dt="2026-09-28T17:09:13.159" v="147" actId="1076"/>
          <ac:spMkLst>
            <pc:docMk/>
            <pc:sldMk cId="4271471828" sldId="273"/>
            <ac:spMk id="38" creationId="{A2E73290-8445-2667-E2BB-06DC28A07D9F}"/>
          </ac:spMkLst>
        </pc:spChg>
        <pc:picChg chg="add mod">
          <ac:chgData name="Wilber Bautista" userId="S::wbautista_ue003@onp.gob.pe::f85d8714-baf7-424f-b528-bb897da37dfa" providerId="AD" clId="Web-{FBFDD2B3-87E7-C3F3-E27B-B462F0C94368}" dt="2026-09-28T17:09:41.331" v="156" actId="1076"/>
          <ac:picMkLst>
            <pc:docMk/>
            <pc:sldMk cId="4271471828" sldId="273"/>
            <ac:picMk id="2" creationId="{07C16172-556D-0148-73C3-B5CF093D10EE}"/>
          </ac:picMkLst>
        </pc:picChg>
        <pc:picChg chg="mod">
          <ac:chgData name="Wilber Bautista" userId="S::wbautista_ue003@onp.gob.pe::f85d8714-baf7-424f-b528-bb897da37dfa" providerId="AD" clId="Web-{FBFDD2B3-87E7-C3F3-E27B-B462F0C94368}" dt="2026-09-28T17:09:13.128" v="146" actId="1076"/>
          <ac:picMkLst>
            <pc:docMk/>
            <pc:sldMk cId="4271471828" sldId="273"/>
            <ac:picMk id="28" creationId="{8D308944-6246-9FD2-704A-695BAF120A83}"/>
          </ac:picMkLst>
        </pc:picChg>
        <pc:picChg chg="mod">
          <ac:chgData name="Wilber Bautista" userId="S::wbautista_ue003@onp.gob.pe::f85d8714-baf7-424f-b528-bb897da37dfa" providerId="AD" clId="Web-{FBFDD2B3-87E7-C3F3-E27B-B462F0C94368}" dt="2026-09-28T17:09:34.065" v="154" actId="1076"/>
          <ac:picMkLst>
            <pc:docMk/>
            <pc:sldMk cId="4271471828" sldId="273"/>
            <ac:picMk id="37" creationId="{40188F1F-F72D-3FBC-3D60-763A8F13C50D}"/>
          </ac:picMkLst>
        </pc:picChg>
        <pc:picChg chg="mod">
          <ac:chgData name="Wilber Bautista" userId="S::wbautista_ue003@onp.gob.pe::f85d8714-baf7-424f-b528-bb897da37dfa" providerId="AD" clId="Web-{FBFDD2B3-87E7-C3F3-E27B-B462F0C94368}" dt="2026-09-28T17:09:21.503" v="150" actId="1076"/>
          <ac:picMkLst>
            <pc:docMk/>
            <pc:sldMk cId="4271471828" sldId="273"/>
            <ac:picMk id="41" creationId="{9A421BEF-D7AA-C46F-B67E-8AB3A49F062A}"/>
          </ac:picMkLst>
        </pc:picChg>
        <pc:picChg chg="mod">
          <ac:chgData name="Wilber Bautista" userId="S::wbautista_ue003@onp.gob.pe::f85d8714-baf7-424f-b528-bb897da37dfa" providerId="AD" clId="Web-{FBFDD2B3-87E7-C3F3-E27B-B462F0C94368}" dt="2026-09-28T17:09:34.034" v="153" actId="1076"/>
          <ac:picMkLst>
            <pc:docMk/>
            <pc:sldMk cId="4271471828" sldId="273"/>
            <ac:picMk id="52" creationId="{768C1A00-463F-94C6-1CA5-1C8202E9E2B5}"/>
          </ac:picMkLst>
        </pc:picChg>
        <pc:picChg chg="mod">
          <ac:chgData name="Wilber Bautista" userId="S::wbautista_ue003@onp.gob.pe::f85d8714-baf7-424f-b528-bb897da37dfa" providerId="AD" clId="Web-{FBFDD2B3-87E7-C3F3-E27B-B462F0C94368}" dt="2026-09-28T17:09:21.487" v="149" actId="1076"/>
          <ac:picMkLst>
            <pc:docMk/>
            <pc:sldMk cId="4271471828" sldId="273"/>
            <ac:picMk id="54" creationId="{3F956B50-4A9D-8913-7C35-B574FF4CE99D}"/>
          </ac:picMkLst>
        </pc:picChg>
      </pc:sldChg>
      <pc:sldChg chg="modSp">
        <pc:chgData name="Wilber Bautista" userId="S::wbautista_ue003@onp.gob.pe::f85d8714-baf7-424f-b528-bb897da37dfa" providerId="AD" clId="Web-{FBFDD2B3-87E7-C3F3-E27B-B462F0C94368}" dt="2026-09-28T14:08:49.678" v="3" actId="20577"/>
        <pc:sldMkLst>
          <pc:docMk/>
          <pc:sldMk cId="213942514" sldId="274"/>
        </pc:sldMkLst>
        <pc:spChg chg="mod">
          <ac:chgData name="Wilber Bautista" userId="S::wbautista_ue003@onp.gob.pe::f85d8714-baf7-424f-b528-bb897da37dfa" providerId="AD" clId="Web-{FBFDD2B3-87E7-C3F3-E27B-B462F0C94368}" dt="2026-09-28T14:08:49.678" v="3" actId="20577"/>
          <ac:spMkLst>
            <pc:docMk/>
            <pc:sldMk cId="213942514" sldId="274"/>
            <ac:spMk id="150" creationId="{E1286C0F-C716-5528-152E-BC14951A1644}"/>
          </ac:spMkLst>
        </pc:spChg>
      </pc:sldChg>
      <pc:sldChg chg="addSp delSp modSp">
        <pc:chgData name="Wilber Bautista" userId="S::wbautista_ue003@onp.gob.pe::f85d8714-baf7-424f-b528-bb897da37dfa" providerId="AD" clId="Web-{FBFDD2B3-87E7-C3F3-E27B-B462F0C94368}" dt="2026-09-28T15:57:31.685" v="136" actId="20577"/>
        <pc:sldMkLst>
          <pc:docMk/>
          <pc:sldMk cId="1975044121" sldId="276"/>
        </pc:sldMkLst>
        <pc:spChg chg="mod">
          <ac:chgData name="Wilber Bautista" userId="S::wbautista_ue003@onp.gob.pe::f85d8714-baf7-424f-b528-bb897da37dfa" providerId="AD" clId="Web-{FBFDD2B3-87E7-C3F3-E27B-B462F0C94368}" dt="2026-09-28T15:00:35.433" v="10"/>
          <ac:spMkLst>
            <pc:docMk/>
            <pc:sldMk cId="1975044121" sldId="276"/>
            <ac:spMk id="52" creationId="{2658CB74-3D3E-CD55-8CCD-D74039162176}"/>
          </ac:spMkLst>
        </pc:spChg>
        <pc:spChg chg="mod topLvl">
          <ac:chgData name="Wilber Bautista" userId="S::wbautista_ue003@onp.gob.pe::f85d8714-baf7-424f-b528-bb897da37dfa" providerId="AD" clId="Web-{FBFDD2B3-87E7-C3F3-E27B-B462F0C94368}" dt="2026-09-28T15:55:16.636" v="133" actId="1076"/>
          <ac:spMkLst>
            <pc:docMk/>
            <pc:sldMk cId="1975044121" sldId="276"/>
            <ac:spMk id="64" creationId="{98FA910D-1AA2-B09C-51D9-C0E03463486B}"/>
          </ac:spMkLst>
        </pc:spChg>
        <pc:spChg chg="mod topLvl">
          <ac:chgData name="Wilber Bautista" userId="S::wbautista_ue003@onp.gob.pe::f85d8714-baf7-424f-b528-bb897da37dfa" providerId="AD" clId="Web-{FBFDD2B3-87E7-C3F3-E27B-B462F0C94368}" dt="2026-09-28T15:54:23.323" v="129" actId="1076"/>
          <ac:spMkLst>
            <pc:docMk/>
            <pc:sldMk cId="1975044121" sldId="276"/>
            <ac:spMk id="65" creationId="{D762C64E-5068-3AAA-5CC4-7EF1A6239B54}"/>
          </ac:spMkLst>
        </pc:spChg>
        <pc:spChg chg="mod topLvl">
          <ac:chgData name="Wilber Bautista" userId="S::wbautista_ue003@onp.gob.pe::f85d8714-baf7-424f-b528-bb897da37dfa" providerId="AD" clId="Web-{FBFDD2B3-87E7-C3F3-E27B-B462F0C94368}" dt="2026-09-28T15:54:23.354" v="130" actId="1076"/>
          <ac:spMkLst>
            <pc:docMk/>
            <pc:sldMk cId="1975044121" sldId="276"/>
            <ac:spMk id="66" creationId="{4FBA9736-C50F-1825-9272-0F86563A751A}"/>
          </ac:spMkLst>
        </pc:spChg>
        <pc:spChg chg="mod">
          <ac:chgData name="Wilber Bautista" userId="S::wbautista_ue003@onp.gob.pe::f85d8714-baf7-424f-b528-bb897da37dfa" providerId="AD" clId="Web-{FBFDD2B3-87E7-C3F3-E27B-B462F0C94368}" dt="2026-09-28T15:57:31.685" v="136" actId="20577"/>
          <ac:spMkLst>
            <pc:docMk/>
            <pc:sldMk cId="1975044121" sldId="276"/>
            <ac:spMk id="131" creationId="{3BA47457-5777-5090-6005-0D43472CD1D6}"/>
          </ac:spMkLst>
        </pc:spChg>
        <pc:grpChg chg="del">
          <ac:chgData name="Wilber Bautista" userId="S::wbautista_ue003@onp.gob.pe::f85d8714-baf7-424f-b528-bb897da37dfa" providerId="AD" clId="Web-{FBFDD2B3-87E7-C3F3-E27B-B462F0C94368}" dt="2026-09-28T15:55:00.683" v="131"/>
          <ac:grpSpMkLst>
            <pc:docMk/>
            <pc:sldMk cId="1975044121" sldId="276"/>
            <ac:grpSpMk id="2" creationId="{513DF3B6-99BD-AE1F-B06B-92558297FEAD}"/>
          </ac:grpSpMkLst>
        </pc:grpChg>
        <pc:grpChg chg="add del">
          <ac:chgData name="Wilber Bautista" userId="S::wbautista_ue003@onp.gob.pe::f85d8714-baf7-424f-b528-bb897da37dfa" providerId="AD" clId="Web-{FBFDD2B3-87E7-C3F3-E27B-B462F0C94368}" dt="2026-09-28T15:48:35.568" v="98"/>
          <ac:grpSpMkLst>
            <pc:docMk/>
            <pc:sldMk cId="1975044121" sldId="276"/>
            <ac:grpSpMk id="62" creationId="{034AF853-3D1E-FA90-26E5-81910C723D26}"/>
          </ac:grpSpMkLst>
        </pc:grpChg>
        <pc:grpChg chg="add del mod">
          <ac:chgData name="Wilber Bautista" userId="S::wbautista_ue003@onp.gob.pe::f85d8714-baf7-424f-b528-bb897da37dfa" providerId="AD" clId="Web-{FBFDD2B3-87E7-C3F3-E27B-B462F0C94368}" dt="2026-09-28T15:52:58.837" v="117"/>
          <ac:grpSpMkLst>
            <pc:docMk/>
            <pc:sldMk cId="1975044121" sldId="276"/>
            <ac:grpSpMk id="67" creationId="{710ECA2C-0E3F-97E3-C05A-90ACE12C0139}"/>
          </ac:grpSpMkLst>
        </pc:grpChg>
        <pc:grpChg chg="topLvl">
          <ac:chgData name="Wilber Bautista" userId="S::wbautista_ue003@onp.gob.pe::f85d8714-baf7-424f-b528-bb897da37dfa" providerId="AD" clId="Web-{FBFDD2B3-87E7-C3F3-E27B-B462F0C94368}" dt="2026-09-28T15:55:00.683" v="131"/>
          <ac:grpSpMkLst>
            <pc:docMk/>
            <pc:sldMk cId="1975044121" sldId="276"/>
            <ac:grpSpMk id="261" creationId="{E9BB788F-45C7-CA1A-7229-D9717E9E05BD}"/>
          </ac:grpSpMkLst>
        </pc:grpChg>
        <pc:grpChg chg="mod topLvl">
          <ac:chgData name="Wilber Bautista" userId="S::wbautista_ue003@onp.gob.pe::f85d8714-baf7-424f-b528-bb897da37dfa" providerId="AD" clId="Web-{FBFDD2B3-87E7-C3F3-E27B-B462F0C94368}" dt="2026-09-28T15:57:18.169" v="134" actId="1076"/>
          <ac:grpSpMkLst>
            <pc:docMk/>
            <pc:sldMk cId="1975044121" sldId="276"/>
            <ac:grpSpMk id="280" creationId="{14C9BD1E-D4B4-2C0B-7264-3E1950AF9B42}"/>
          </ac:grpSpMkLst>
        </pc:grpChg>
        <pc:grpChg chg="topLvl">
          <ac:chgData name="Wilber Bautista" userId="S::wbautista_ue003@onp.gob.pe::f85d8714-baf7-424f-b528-bb897da37dfa" providerId="AD" clId="Web-{FBFDD2B3-87E7-C3F3-E27B-B462F0C94368}" dt="2026-09-28T15:55:00.683" v="131"/>
          <ac:grpSpMkLst>
            <pc:docMk/>
            <pc:sldMk cId="1975044121" sldId="276"/>
            <ac:grpSpMk id="281" creationId="{234B2061-5B43-D7FD-375F-7B9DCB7E2257}"/>
          </ac:grpSpMkLst>
        </pc:grpChg>
      </pc:sldChg>
      <pc:sldChg chg="addSp delSp modSp add replId">
        <pc:chgData name="Wilber Bautista" userId="S::wbautista_ue003@onp.gob.pe::f85d8714-baf7-424f-b528-bb897da37dfa" providerId="AD" clId="Web-{FBFDD2B3-87E7-C3F3-E27B-B462F0C94368}" dt="2026-09-28T15:29:17.036" v="96" actId="1076"/>
        <pc:sldMkLst>
          <pc:docMk/>
          <pc:sldMk cId="3022636815" sldId="278"/>
        </pc:sldMkLst>
        <pc:spChg chg="add del">
          <ac:chgData name="Wilber Bautista" userId="S::wbautista_ue003@onp.gob.pe::f85d8714-baf7-424f-b528-bb897da37dfa" providerId="AD" clId="Web-{FBFDD2B3-87E7-C3F3-E27B-B462F0C94368}" dt="2026-09-28T15:14:30.180" v="82"/>
          <ac:spMkLst>
            <pc:docMk/>
            <pc:sldMk cId="3022636815" sldId="278"/>
            <ac:spMk id="5" creationId="{248CDC30-7079-3BA9-4B42-D557E0FC4492}"/>
          </ac:spMkLst>
        </pc:spChg>
        <pc:spChg chg="add del">
          <ac:chgData name="Wilber Bautista" userId="S::wbautista_ue003@onp.gob.pe::f85d8714-baf7-424f-b528-bb897da37dfa" providerId="AD" clId="Web-{FBFDD2B3-87E7-C3F3-E27B-B462F0C94368}" dt="2026-09-28T15:14:30.180" v="81"/>
          <ac:spMkLst>
            <pc:docMk/>
            <pc:sldMk cId="3022636815" sldId="278"/>
            <ac:spMk id="7" creationId="{CF2E0A35-FCD8-75EF-36FA-7809B5FFAF76}"/>
          </ac:spMkLst>
        </pc:spChg>
        <pc:spChg chg="mod">
          <ac:chgData name="Wilber Bautista" userId="S::wbautista_ue003@onp.gob.pe::f85d8714-baf7-424f-b528-bb897da37dfa" providerId="AD" clId="Web-{FBFDD2B3-87E7-C3F3-E27B-B462F0C94368}" dt="2026-09-28T15:12:34.522" v="28" actId="20577"/>
          <ac:spMkLst>
            <pc:docMk/>
            <pc:sldMk cId="3022636815" sldId="278"/>
            <ac:spMk id="42" creationId="{420E1C58-D7F8-1A7B-C6E0-8B08BEA33A00}"/>
          </ac:spMkLst>
        </pc:spChg>
        <pc:spChg chg="mod">
          <ac:chgData name="Wilber Bautista" userId="S::wbautista_ue003@onp.gob.pe::f85d8714-baf7-424f-b528-bb897da37dfa" providerId="AD" clId="Web-{FBFDD2B3-87E7-C3F3-E27B-B462F0C94368}" dt="2026-09-28T15:12:57.804" v="37" actId="20577"/>
          <ac:spMkLst>
            <pc:docMk/>
            <pc:sldMk cId="3022636815" sldId="278"/>
            <ac:spMk id="44" creationId="{803E7ACC-266B-5A67-AEE8-25002F6279C6}"/>
          </ac:spMkLst>
        </pc:spChg>
        <pc:spChg chg="add del">
          <ac:chgData name="Wilber Bautista" userId="S::wbautista_ue003@onp.gob.pe::f85d8714-baf7-424f-b528-bb897da37dfa" providerId="AD" clId="Web-{FBFDD2B3-87E7-C3F3-E27B-B462F0C94368}" dt="2026-09-28T15:14:30.180" v="79"/>
          <ac:spMkLst>
            <pc:docMk/>
            <pc:sldMk cId="3022636815" sldId="278"/>
            <ac:spMk id="58" creationId="{FC82340F-E65D-6B49-39BC-4E20F63D8277}"/>
          </ac:spMkLst>
        </pc:spChg>
        <pc:spChg chg="add del">
          <ac:chgData name="Wilber Bautista" userId="S::wbautista_ue003@onp.gob.pe::f85d8714-baf7-424f-b528-bb897da37dfa" providerId="AD" clId="Web-{FBFDD2B3-87E7-C3F3-E27B-B462F0C94368}" dt="2026-09-28T15:14:30.180" v="78"/>
          <ac:spMkLst>
            <pc:docMk/>
            <pc:sldMk cId="3022636815" sldId="278"/>
            <ac:spMk id="60" creationId="{0196DDE7-1833-855B-169D-F16ACB10F771}"/>
          </ac:spMkLst>
        </pc:spChg>
        <pc:spChg chg="add del">
          <ac:chgData name="Wilber Bautista" userId="S::wbautista_ue003@onp.gob.pe::f85d8714-baf7-424f-b528-bb897da37dfa" providerId="AD" clId="Web-{FBFDD2B3-87E7-C3F3-E27B-B462F0C94368}" dt="2026-09-28T15:14:30.180" v="77"/>
          <ac:spMkLst>
            <pc:docMk/>
            <pc:sldMk cId="3022636815" sldId="278"/>
            <ac:spMk id="62" creationId="{4C5C0790-11E0-47D6-0578-4078BD4DCA14}"/>
          </ac:spMkLst>
        </pc:spChg>
        <pc:spChg chg="add del">
          <ac:chgData name="Wilber Bautista" userId="S::wbautista_ue003@onp.gob.pe::f85d8714-baf7-424f-b528-bb897da37dfa" providerId="AD" clId="Web-{FBFDD2B3-87E7-C3F3-E27B-B462F0C94368}" dt="2026-09-28T15:14:30.180" v="76"/>
          <ac:spMkLst>
            <pc:docMk/>
            <pc:sldMk cId="3022636815" sldId="278"/>
            <ac:spMk id="64" creationId="{D4A91B34-6392-CCC6-E4C8-A7D0BE384300}"/>
          </ac:spMkLst>
        </pc:spChg>
        <pc:spChg chg="add del">
          <ac:chgData name="Wilber Bautista" userId="S::wbautista_ue003@onp.gob.pe::f85d8714-baf7-424f-b528-bb897da37dfa" providerId="AD" clId="Web-{FBFDD2B3-87E7-C3F3-E27B-B462F0C94368}" dt="2026-09-28T15:14:30.180" v="75"/>
          <ac:spMkLst>
            <pc:docMk/>
            <pc:sldMk cId="3022636815" sldId="278"/>
            <ac:spMk id="66" creationId="{79581B97-11DC-8FBA-14CA-E9930E9D29C3}"/>
          </ac:spMkLst>
        </pc:spChg>
        <pc:spChg chg="add del">
          <ac:chgData name="Wilber Bautista" userId="S::wbautista_ue003@onp.gob.pe::f85d8714-baf7-424f-b528-bb897da37dfa" providerId="AD" clId="Web-{FBFDD2B3-87E7-C3F3-E27B-B462F0C94368}" dt="2026-09-28T15:14:30.180" v="74"/>
          <ac:spMkLst>
            <pc:docMk/>
            <pc:sldMk cId="3022636815" sldId="278"/>
            <ac:spMk id="68" creationId="{5EA19241-C1F9-C9B5-15D9-B52EC16BCD1B}"/>
          </ac:spMkLst>
        </pc:spChg>
        <pc:spChg chg="add del">
          <ac:chgData name="Wilber Bautista" userId="S::wbautista_ue003@onp.gob.pe::f85d8714-baf7-424f-b528-bb897da37dfa" providerId="AD" clId="Web-{FBFDD2B3-87E7-C3F3-E27B-B462F0C94368}" dt="2026-09-28T15:14:30.180" v="73"/>
          <ac:spMkLst>
            <pc:docMk/>
            <pc:sldMk cId="3022636815" sldId="278"/>
            <ac:spMk id="70" creationId="{A9F51401-6354-2616-7426-4889AC724E5B}"/>
          </ac:spMkLst>
        </pc:spChg>
        <pc:spChg chg="add del">
          <ac:chgData name="Wilber Bautista" userId="S::wbautista_ue003@onp.gob.pe::f85d8714-baf7-424f-b528-bb897da37dfa" providerId="AD" clId="Web-{FBFDD2B3-87E7-C3F3-E27B-B462F0C94368}" dt="2026-09-28T15:14:30.180" v="72"/>
          <ac:spMkLst>
            <pc:docMk/>
            <pc:sldMk cId="3022636815" sldId="278"/>
            <ac:spMk id="72" creationId="{1D609499-6CDC-804B-82B9-DCA7BDB8FCA3}"/>
          </ac:spMkLst>
        </pc:spChg>
        <pc:spChg chg="add del">
          <ac:chgData name="Wilber Bautista" userId="S::wbautista_ue003@onp.gob.pe::f85d8714-baf7-424f-b528-bb897da37dfa" providerId="AD" clId="Web-{FBFDD2B3-87E7-C3F3-E27B-B462F0C94368}" dt="2026-09-28T15:14:30.180" v="71"/>
          <ac:spMkLst>
            <pc:docMk/>
            <pc:sldMk cId="3022636815" sldId="278"/>
            <ac:spMk id="74" creationId="{CC06D5C1-DE97-D27A-03AB-12299A5D9EBD}"/>
          </ac:spMkLst>
        </pc:spChg>
        <pc:spChg chg="add del">
          <ac:chgData name="Wilber Bautista" userId="S::wbautista_ue003@onp.gob.pe::f85d8714-baf7-424f-b528-bb897da37dfa" providerId="AD" clId="Web-{FBFDD2B3-87E7-C3F3-E27B-B462F0C94368}" dt="2026-09-28T15:14:30.180" v="65"/>
          <ac:spMkLst>
            <pc:docMk/>
            <pc:sldMk cId="3022636815" sldId="278"/>
            <ac:spMk id="149" creationId="{884B4D47-148A-2F4C-27BB-381FD8B75952}"/>
          </ac:spMkLst>
        </pc:spChg>
        <pc:spChg chg="add del">
          <ac:chgData name="Wilber Bautista" userId="S::wbautista_ue003@onp.gob.pe::f85d8714-baf7-424f-b528-bb897da37dfa" providerId="AD" clId="Web-{FBFDD2B3-87E7-C3F3-E27B-B462F0C94368}" dt="2026-09-28T15:14:30.180" v="64"/>
          <ac:spMkLst>
            <pc:docMk/>
            <pc:sldMk cId="3022636815" sldId="278"/>
            <ac:spMk id="151" creationId="{C7B22A21-433A-E5F2-F3EB-46F00F510CB8}"/>
          </ac:spMkLst>
        </pc:spChg>
        <pc:spChg chg="add del">
          <ac:chgData name="Wilber Bautista" userId="S::wbautista_ue003@onp.gob.pe::f85d8714-baf7-424f-b528-bb897da37dfa" providerId="AD" clId="Web-{FBFDD2B3-87E7-C3F3-E27B-B462F0C94368}" dt="2026-09-28T15:14:30.180" v="63"/>
          <ac:spMkLst>
            <pc:docMk/>
            <pc:sldMk cId="3022636815" sldId="278"/>
            <ac:spMk id="153" creationId="{29E574EA-77F8-BFA8-8066-E6294613D0E5}"/>
          </ac:spMkLst>
        </pc:spChg>
        <pc:grpChg chg="add del">
          <ac:chgData name="Wilber Bautista" userId="S::wbautista_ue003@onp.gob.pe::f85d8714-baf7-424f-b528-bb897da37dfa" providerId="AD" clId="Web-{FBFDD2B3-87E7-C3F3-E27B-B462F0C94368}" dt="2026-09-28T15:14:30.180" v="80"/>
          <ac:grpSpMkLst>
            <pc:docMk/>
            <pc:sldMk cId="3022636815" sldId="278"/>
            <ac:grpSpMk id="56" creationId="{507A9EE0-C982-D81E-1AE6-90D11A81687F}"/>
          </ac:grpSpMkLst>
        </pc:grpChg>
        <pc:grpChg chg="add del">
          <ac:chgData name="Wilber Bautista" userId="S::wbautista_ue003@onp.gob.pe::f85d8714-baf7-424f-b528-bb897da37dfa" providerId="AD" clId="Web-{FBFDD2B3-87E7-C3F3-E27B-B462F0C94368}" dt="2026-09-28T15:14:30.180" v="69"/>
          <ac:grpSpMkLst>
            <pc:docMk/>
            <pc:sldMk cId="3022636815" sldId="278"/>
            <ac:grpSpMk id="129" creationId="{D66F62CA-9CE9-865C-DC7F-D800BBB16EA2}"/>
          </ac:grpSpMkLst>
        </pc:grpChg>
        <pc:grpChg chg="add del">
          <ac:chgData name="Wilber Bautista" userId="S::wbautista_ue003@onp.gob.pe::f85d8714-baf7-424f-b528-bb897da37dfa" providerId="AD" clId="Web-{FBFDD2B3-87E7-C3F3-E27B-B462F0C94368}" dt="2026-09-28T15:14:30.180" v="68"/>
          <ac:grpSpMkLst>
            <pc:docMk/>
            <pc:sldMk cId="3022636815" sldId="278"/>
            <ac:grpSpMk id="143" creationId="{C4EF558E-436C-DB8E-B37C-6A73D3EA619E}"/>
          </ac:grpSpMkLst>
        </pc:grpChg>
        <pc:grpChg chg="add del">
          <ac:chgData name="Wilber Bautista" userId="S::wbautista_ue003@onp.gob.pe::f85d8714-baf7-424f-b528-bb897da37dfa" providerId="AD" clId="Web-{FBFDD2B3-87E7-C3F3-E27B-B462F0C94368}" dt="2026-09-28T15:14:30.180" v="62"/>
          <ac:grpSpMkLst>
            <pc:docMk/>
            <pc:sldMk cId="3022636815" sldId="278"/>
            <ac:grpSpMk id="158" creationId="{DE1F4944-7CA0-23F3-2AD5-21CA30FC3EB0}"/>
          </ac:grpSpMkLst>
        </pc:grpChg>
        <pc:picChg chg="del">
          <ac:chgData name="Wilber Bautista" userId="S::wbautista_ue003@onp.gob.pe::f85d8714-baf7-424f-b528-bb897da37dfa" providerId="AD" clId="Web-{FBFDD2B3-87E7-C3F3-E27B-B462F0C94368}" dt="2026-09-28T15:13:10.460" v="38"/>
          <ac:picMkLst>
            <pc:docMk/>
            <pc:sldMk cId="3022636815" sldId="278"/>
            <ac:picMk id="11" creationId="{F1FBE9F0-037D-4998-AC41-7911ED3E26EE}"/>
          </ac:picMkLst>
        </pc:picChg>
        <pc:picChg chg="add del">
          <ac:chgData name="Wilber Bautista" userId="S::wbautista_ue003@onp.gob.pe::f85d8714-baf7-424f-b528-bb897da37dfa" providerId="AD" clId="Web-{FBFDD2B3-87E7-C3F3-E27B-B462F0C94368}" dt="2026-09-28T15:14:30.180" v="70"/>
          <ac:picMkLst>
            <pc:docMk/>
            <pc:sldMk cId="3022636815" sldId="278"/>
            <ac:picMk id="76" creationId="{9C601CA2-CCE5-0470-AC61-FC59A3DF62B7}"/>
          </ac:picMkLst>
        </pc:picChg>
        <pc:picChg chg="add del">
          <ac:chgData name="Wilber Bautista" userId="S::wbautista_ue003@onp.gob.pe::f85d8714-baf7-424f-b528-bb897da37dfa" providerId="AD" clId="Web-{FBFDD2B3-87E7-C3F3-E27B-B462F0C94368}" dt="2026-09-28T15:14:30.180" v="67"/>
          <ac:picMkLst>
            <pc:docMk/>
            <pc:sldMk cId="3022636815" sldId="278"/>
            <ac:picMk id="145" creationId="{A15D4BB7-4C8D-AA48-3CD7-268BDF3258D7}"/>
          </ac:picMkLst>
        </pc:picChg>
        <pc:picChg chg="add del">
          <ac:chgData name="Wilber Bautista" userId="S::wbautista_ue003@onp.gob.pe::f85d8714-baf7-424f-b528-bb897da37dfa" providerId="AD" clId="Web-{FBFDD2B3-87E7-C3F3-E27B-B462F0C94368}" dt="2026-09-28T15:14:30.180" v="66"/>
          <ac:picMkLst>
            <pc:docMk/>
            <pc:sldMk cId="3022636815" sldId="278"/>
            <ac:picMk id="147" creationId="{A7D27BA5-18BC-E995-30AB-EE6F343E2334}"/>
          </ac:picMkLst>
        </pc:picChg>
        <pc:picChg chg="add del">
          <ac:chgData name="Wilber Bautista" userId="S::wbautista_ue003@onp.gob.pe::f85d8714-baf7-424f-b528-bb897da37dfa" providerId="AD" clId="Web-{FBFDD2B3-87E7-C3F3-E27B-B462F0C94368}" dt="2026-09-28T15:14:30.180" v="61"/>
          <ac:picMkLst>
            <pc:docMk/>
            <pc:sldMk cId="3022636815" sldId="278"/>
            <ac:picMk id="160" creationId="{BBE8BD06-8F1F-F8AD-511F-27EB1EC62D64}"/>
          </ac:picMkLst>
        </pc:picChg>
        <pc:picChg chg="add del mod modCrop">
          <ac:chgData name="Wilber Bautista" userId="S::wbautista_ue003@onp.gob.pe::f85d8714-baf7-424f-b528-bb897da37dfa" providerId="AD" clId="Web-{FBFDD2B3-87E7-C3F3-E27B-B462F0C94368}" dt="2026-09-28T15:29:10.192" v="94"/>
          <ac:picMkLst>
            <pc:docMk/>
            <pc:sldMk cId="3022636815" sldId="278"/>
            <ac:picMk id="161" creationId="{8F6856C1-D787-B4C4-AAD1-78E753F90203}"/>
          </ac:picMkLst>
        </pc:picChg>
        <pc:picChg chg="add mod">
          <ac:chgData name="Wilber Bautista" userId="S::wbautista_ue003@onp.gob.pe::f85d8714-baf7-424f-b528-bb897da37dfa" providerId="AD" clId="Web-{FBFDD2B3-87E7-C3F3-E27B-B462F0C94368}" dt="2026-09-28T15:29:17.036" v="96" actId="1076"/>
          <ac:picMkLst>
            <pc:docMk/>
            <pc:sldMk cId="3022636815" sldId="278"/>
            <ac:picMk id="162" creationId="{D1025FBA-0F28-EC84-7A84-DC9B245D8E5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41D0BF-03B5-447F-9A75-9A1C7F8ECF57}" type="datetimeFigureOut">
              <a:rPr lang="en-US" smtClean="0"/>
              <a:t>10/30/2026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0300D4-2893-4747-BA95-866B680943FF}" type="slidenum">
              <a:rPr lang="en-US" smtClean="0"/>
              <a:t>‹Nº›</a:t>
            </a:fld>
            <a:endParaRPr lang="en-US"/>
          </a:p>
        </p:txBody>
      </p:sp>
    </p:spTree>
    <p:extLst>
      <p:ext uri="{BB962C8B-B14F-4D97-AF65-F5344CB8AC3E}">
        <p14:creationId xmlns:p14="http://schemas.microsoft.com/office/powerpoint/2010/main" val="4252703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My name is Félix Mendoza.</a:t>
            </a:r>
          </a:p>
          <a:p>
            <a:r>
              <a:t>This is a summary of my work in the course.</a:t>
            </a:r>
          </a:p>
          <a:p>
            <a:r>
              <a:t>My research idea: use AI agents to help build important government software, and check that the software follows the rules.</a:t>
            </a:r>
          </a:p>
          <a:p>
            <a:r>
              <a:t>My case: the Peruvian pension system.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 1: Paradigm.</a:t>
            </a:r>
          </a:p>
          <a:p>
            <a:r>
              <a:t>A paradigm is the way we look at research.</a:t>
            </a:r>
          </a:p>
          <a:p>
            <a:r>
              <a:t>I chose Design Science Research (DSR). In DSR, we build something useful (an artifact) and test it.</a:t>
            </a:r>
          </a:p>
          <a:p>
            <a:r>
              <a:t>Why: I want to design and test an architecture, not only measure something.</a:t>
            </a:r>
          </a:p>
          <a:p>
            <a:r>
              <a:t>Not positivism: I do not only measure a fact.</a:t>
            </a:r>
          </a:p>
          <a:p>
            <a:r>
              <a:t>Not interpretivism: I do not only study opinions.</a:t>
            </a:r>
          </a:p>
          <a:p>
            <a:r>
              <a:t>Where: the pension system, only while the software is being built.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 2: Method Fit Matrix.</a:t>
            </a:r>
          </a:p>
          <a:p>
            <a:r>
              <a:t>I compared 4 methods. Each one got a score from 1 to 5 on 5 criteria.</a:t>
            </a:r>
          </a:p>
          <a:p>
            <a:r>
              <a:t>Some criteria are more important, so they have more weight. The most important one is fit with the research idea (30%).</a:t>
            </a:r>
          </a:p>
          <a:p>
            <a:r>
              <a:t>Final scores: Pure Experiment 2.45, Simulation 2.50, Mixed Methods 3.65, DSR 4.65.</a:t>
            </a:r>
          </a:p>
          <a:p>
            <a:r>
              <a:t>DSR wins. Experiment and Simulation are out: they scored 2 or less on an important criterion.</a:t>
            </a:r>
          </a:p>
          <a:p>
            <a:r>
              <a:t>Mixed Methods is not lost. I use it inside DSR to evaluate.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 3: Research Protocol.</a:t>
            </a:r>
          </a:p>
          <a:p>
            <a:r>
              <a:t>This is my plan for the research. It follows 6 steps, over 3 years:</a:t>
            </a:r>
          </a:p>
          <a:p>
            <a:r>
              <a:t>1. Find the problem. 2. Define goals. 3. Design and build. 4. Show it works. 5. Evaluate. 6. Share results.</a:t>
            </a:r>
          </a:p>
          <a:p>
            <a:r>
              <a:t>Main idea: two AI agents. One writes, one checks. I think this works better than one agent alone.</a:t>
            </a:r>
          </a:p>
          <a:p>
            <a:r>
              <a:t>I will compare both, and ask 8 to 12 experts for their opinion.</a:t>
            </a:r>
          </a:p>
          <a:p>
            <a:r>
              <a:t>I measure: precision, recall, defects that escape, extra work, and time.</a:t>
            </a:r>
          </a:p>
          <a:p>
            <a:r>
              <a:t>Ethics: no personal data. I follow Peruvian laws 29733 and 31814.</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 4: Systematic Review.</a:t>
            </a:r>
          </a:p>
          <a:p>
            <a:r>
              <a:t>I searched for papers to see what others did. The diagram (PRISMA) shows the steps.</a:t>
            </a:r>
          </a:p>
          <a:p>
            <a:r>
              <a:t>Found: 23 papers. Checked: 23. Left out: 13 (9 did not fit, 4 on hold). Included: 10.</a:t>
            </a:r>
          </a:p>
          <a:p>
            <a:r>
              <a:t>What I learned:</a:t>
            </a:r>
          </a:p>
          <a:p>
            <a:r>
              <a:t>- 9 of 10 papers propose an architecture.</a:t>
            </a:r>
          </a:p>
          <a:p>
            <a:r>
              <a:t>- 7 of 10 talk about governance and rules.</a:t>
            </a:r>
          </a:p>
          <a:p>
            <a:r>
              <a:t>- Only 6 of 10 test their idea.</a:t>
            </a:r>
          </a:p>
          <a:p>
            <a:r>
              <a:t>The gap: no paper studies the public sector or social security. My research can fill this gap.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 7: Model Card and Datasheet.</a:t>
            </a:r>
          </a:p>
          <a:p>
            <a:r>
              <a:t>I used one paper from my review: Moraes et al. (2026), study #8.</a:t>
            </a:r>
          </a:p>
          <a:p>
            <a:r>
              <a:t>They use two safety layers to block bad questions. I built a simple version of the first layer.</a:t>
            </a:r>
          </a:p>
          <a:p>
            <a:r>
              <a:t>It reads a text and says "safe" or "unsafe". Data: the Aegis dataset from NVIDIA.</a:t>
            </a:r>
          </a:p>
          <a:p>
            <a:r>
              <a:t>Results: it finds 96% of unsafe texts, but only 41% of safe texts. So it often blocks safe texts too.</a:t>
            </a:r>
          </a:p>
          <a:p>
            <a:r>
              <a:t>The Model Card explains the model. The Datasheet explains the data. This is an exercise, not a real product.</a:t>
            </a:r>
          </a:p>
          <a:p>
            <a:r>
              <a:t>The links on the right lead to the data, the paper and the code.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4D7CE-6D42-B952-0CE0-270F98A7141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5C882A-D171-AF22-8548-2826B702E8D3}"/>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F61A5AA-86D6-4740-1574-9EA9EC531F88}"/>
              </a:ext>
            </a:extLst>
          </p:cNvPr>
          <p:cNvSpPr>
            <a:spLocks noGrp="1"/>
          </p:cNvSpPr>
          <p:nvPr>
            <p:ph type="body" idx="1"/>
          </p:nvPr>
        </p:nvSpPr>
        <p:spPr/>
        <p:txBody>
          <a:bodyPr/>
          <a:lstStyle/>
          <a:p>
            <a:r>
              <a:t>Thank you. I am happy to answer questions.</a:t>
            </a:r>
          </a:p>
        </p:txBody>
      </p:sp>
      <p:sp>
        <p:nvSpPr>
          <p:cNvPr id="4" name="Marcador de número de diapositiva 3">
            <a:extLst>
              <a:ext uri="{FF2B5EF4-FFF2-40B4-BE49-F238E27FC236}">
                <a16:creationId xmlns:a16="http://schemas.microsoft.com/office/drawing/2014/main" id="{D9EBDFBE-6ACF-0EDE-B856-568D82F25577}"/>
              </a:ext>
            </a:extLst>
          </p:cNvPr>
          <p:cNvSpPr>
            <a:spLocks noGrp="1"/>
          </p:cNvSpPr>
          <p:nvPr>
            <p:ph type="sldNum" sz="quarter" idx="5"/>
          </p:nvPr>
        </p:nvSpPr>
        <p:spPr/>
        <p:txBody>
          <a:bodyPr/>
          <a:lstStyle/>
          <a:p>
            <a:fld id="{ED0300D4-2893-4747-BA95-866B680943FF}" type="slidenum">
              <a:rPr lang="en-US" smtClean="0"/>
              <a:t>7</a:t>
            </a:fld>
            <a:endParaRPr lang="en-US"/>
          </a:p>
        </p:txBody>
      </p:sp>
    </p:spTree>
    <p:extLst>
      <p:ext uri="{BB962C8B-B14F-4D97-AF65-F5344CB8AC3E}">
        <p14:creationId xmlns:p14="http://schemas.microsoft.com/office/powerpoint/2010/main" val="3167193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52345-C0E4-C0EC-D95D-88A7CE1A41A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6D2FF7EF-A616-50DC-25B6-8801953B01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F053146F-389F-C8B1-2BE9-01023FCB003B}"/>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5" name="Marcador de pie de página 4">
            <a:extLst>
              <a:ext uri="{FF2B5EF4-FFF2-40B4-BE49-F238E27FC236}">
                <a16:creationId xmlns:a16="http://schemas.microsoft.com/office/drawing/2014/main" id="{4BA38AC6-A1C4-786E-BA0C-6CDACB19EC61}"/>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5D9F1D7-BD93-2462-3769-30E53DEE14A9}"/>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354071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6C1C0B-9913-AE4F-69FB-95F93D0FB14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7C30A327-053C-9793-C84C-B1127696C26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06ABB8B4-ADBB-4E63-9CE9-FC02232C4845}"/>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5" name="Marcador de pie de página 4">
            <a:extLst>
              <a:ext uri="{FF2B5EF4-FFF2-40B4-BE49-F238E27FC236}">
                <a16:creationId xmlns:a16="http://schemas.microsoft.com/office/drawing/2014/main" id="{21AD01EE-9047-8A58-D743-0C1CB3F12333}"/>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D69621EF-EBB4-74D4-571F-4D6F0624FBAD}"/>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1747177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A4E611-615B-D524-CB4F-65983933CFC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B9A0048A-5874-5AD5-4DB2-DFE88A81B7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0FB6B9E-9E4A-9612-1305-18D81DDC5F5F}"/>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5" name="Marcador de pie de página 4">
            <a:extLst>
              <a:ext uri="{FF2B5EF4-FFF2-40B4-BE49-F238E27FC236}">
                <a16:creationId xmlns:a16="http://schemas.microsoft.com/office/drawing/2014/main" id="{4C27DC44-C8B8-4447-CFD6-F1285777C936}"/>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532B0DB8-4B56-FA68-3660-7309348BADE6}"/>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1308951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A9E423-7A08-2CE9-0556-0012F4F6FE3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5BC333FC-8382-9135-79DD-981C47934C6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E80AE7C6-DE5B-C2FA-8397-AFD34BAF279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B740E409-3220-00DC-CB25-B7892921A550}"/>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6" name="Marcador de pie de página 5">
            <a:extLst>
              <a:ext uri="{FF2B5EF4-FFF2-40B4-BE49-F238E27FC236}">
                <a16:creationId xmlns:a16="http://schemas.microsoft.com/office/drawing/2014/main" id="{EDD1319D-F0B0-440D-5928-AD7A329BF395}"/>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6DE9D8E3-3FD2-6CDD-22ED-2FC9D82BD1A6}"/>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1982047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9C00C-E11B-2F5B-493B-D656289097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5B0C29F9-F5F1-0DF3-9F10-0007BA9DE0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74BB77B-8C52-D4F9-62DB-936D40F70A6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094F9FD8-53FA-9C0C-9B9C-5E6A48DAA8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3FCFC2-28C4-0EE8-C948-644481D955F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41FFA55D-D4A4-82D2-9FCA-A8238F1C5CC4}"/>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8" name="Marcador de pie de página 7">
            <a:extLst>
              <a:ext uri="{FF2B5EF4-FFF2-40B4-BE49-F238E27FC236}">
                <a16:creationId xmlns:a16="http://schemas.microsoft.com/office/drawing/2014/main" id="{20FAC478-FE3A-F188-F208-2B3C93FC676B}"/>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BD3D0742-E161-DBDA-0C59-EC6A549C85AC}"/>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4101402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1EE88A-96B7-921C-BB0F-54D33055F75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34EE5E16-E618-A44A-F721-B15E97CE3054}"/>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4" name="Marcador de pie de página 3">
            <a:extLst>
              <a:ext uri="{FF2B5EF4-FFF2-40B4-BE49-F238E27FC236}">
                <a16:creationId xmlns:a16="http://schemas.microsoft.com/office/drawing/2014/main" id="{334506B2-2384-DF03-D204-BE12BDC5AC72}"/>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35FEEFDF-B15B-B990-9EAE-FEAA292262B0}"/>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1512125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5D05C10-1D7A-0EE0-FE81-6ABC523A8918}"/>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3" name="Marcador de pie de página 2">
            <a:extLst>
              <a:ext uri="{FF2B5EF4-FFF2-40B4-BE49-F238E27FC236}">
                <a16:creationId xmlns:a16="http://schemas.microsoft.com/office/drawing/2014/main" id="{49990C49-F619-1D92-E349-C986247FC510}"/>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9EAAC531-F7E6-5FF6-205F-CC2DB68C0D23}"/>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3189433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9E0D13-AC3E-90B8-9F01-4B5560B6544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55BD76D4-F09B-7F64-5645-7551D47914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41E9D21E-E0D9-331D-FD90-F99BF63B0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D424E05-E694-F3D2-2AA6-0E6337B93BF9}"/>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6" name="Marcador de pie de página 5">
            <a:extLst>
              <a:ext uri="{FF2B5EF4-FFF2-40B4-BE49-F238E27FC236}">
                <a16:creationId xmlns:a16="http://schemas.microsoft.com/office/drawing/2014/main" id="{2FE16FF3-5D0B-119C-0716-0D8253413DDB}"/>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07A382F1-AFAA-19DD-5356-2D42D53A3F41}"/>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588801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5032F6-111F-0B44-DA5D-DA95FFB3089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AD60B97E-5B84-D861-13B7-077B5F5126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1AD5F526-2257-9862-59FE-149E26F44A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9D85D43-F90E-1032-CA6F-375CAED28CFA}"/>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6" name="Marcador de pie de página 5">
            <a:extLst>
              <a:ext uri="{FF2B5EF4-FFF2-40B4-BE49-F238E27FC236}">
                <a16:creationId xmlns:a16="http://schemas.microsoft.com/office/drawing/2014/main" id="{5782150E-565C-54CB-5F58-33071F475047}"/>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7252F86-3E3E-62CD-295B-ED6752240C6E}"/>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2703746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6BA2BA-6BD8-F327-0E29-76DBD0BFAFEA}"/>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A75AE26-A06F-C915-6044-E542640FD6F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FB67747-F9BA-1524-2D7C-E6B73D97DE91}"/>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5" name="Marcador de pie de página 4">
            <a:extLst>
              <a:ext uri="{FF2B5EF4-FFF2-40B4-BE49-F238E27FC236}">
                <a16:creationId xmlns:a16="http://schemas.microsoft.com/office/drawing/2014/main" id="{43751F0B-EBC5-60B5-E046-DAC9E580FC30}"/>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45566D6B-13B3-E3D8-EFF5-6AD0FD347943}"/>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43514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127D041-A7E1-CC65-9AEB-DD6AF83EF2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0CF04B0A-75F8-DF07-B14F-E3B13A9B155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6F0A3471-4F9A-ABD4-7226-9FF92972D690}"/>
              </a:ext>
            </a:extLst>
          </p:cNvPr>
          <p:cNvSpPr>
            <a:spLocks noGrp="1"/>
          </p:cNvSpPr>
          <p:nvPr>
            <p:ph type="dt" sz="half" idx="10"/>
          </p:nvPr>
        </p:nvSpPr>
        <p:spPr/>
        <p:txBody>
          <a:bodyPr/>
          <a:lstStyle/>
          <a:p>
            <a:fld id="{C9A09A82-426F-403C-BE85-0A9D1D9EED31}" type="datetimeFigureOut">
              <a:rPr lang="en-US" smtClean="0"/>
              <a:t>10/30/2026</a:t>
            </a:fld>
            <a:endParaRPr lang="en-US"/>
          </a:p>
        </p:txBody>
      </p:sp>
      <p:sp>
        <p:nvSpPr>
          <p:cNvPr id="5" name="Marcador de pie de página 4">
            <a:extLst>
              <a:ext uri="{FF2B5EF4-FFF2-40B4-BE49-F238E27FC236}">
                <a16:creationId xmlns:a16="http://schemas.microsoft.com/office/drawing/2014/main" id="{12E8B835-C5AE-E869-E44A-E904B1E4956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1F66E24-7D81-1AE8-59AD-AA9722CEC6B7}"/>
              </a:ext>
            </a:extLst>
          </p:cNvPr>
          <p:cNvSpPr>
            <a:spLocks noGrp="1"/>
          </p:cNvSpPr>
          <p:nvPr>
            <p:ph type="sldNum" sz="quarter" idx="12"/>
          </p:nvPr>
        </p:nvSpPr>
        <p:spPr/>
        <p:txBody>
          <a:bodyPr/>
          <a:lstStyle/>
          <a:p>
            <a:fld id="{011ECA81-2803-4309-8994-634A631C84EC}" type="slidenum">
              <a:rPr lang="en-US" smtClean="0"/>
              <a:t>‹Nº›</a:t>
            </a:fld>
            <a:endParaRPr lang="en-US"/>
          </a:p>
        </p:txBody>
      </p:sp>
    </p:spTree>
    <p:extLst>
      <p:ext uri="{BB962C8B-B14F-4D97-AF65-F5344CB8AC3E}">
        <p14:creationId xmlns:p14="http://schemas.microsoft.com/office/powerpoint/2010/main" val="2910595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1E8D882-E3E1-7D46-7BC9-0466B05DCD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9949BF1B-466F-CA94-1E72-D192F431A3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994D41BD-B785-1725-7623-76D9937657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A09A82-426F-403C-BE85-0A9D1D9EED31}" type="datetimeFigureOut">
              <a:rPr lang="en-US" smtClean="0"/>
              <a:t>10/30/2026</a:t>
            </a:fld>
            <a:endParaRPr lang="en-US"/>
          </a:p>
        </p:txBody>
      </p:sp>
      <p:sp>
        <p:nvSpPr>
          <p:cNvPr id="5" name="Marcador de pie de página 4">
            <a:extLst>
              <a:ext uri="{FF2B5EF4-FFF2-40B4-BE49-F238E27FC236}">
                <a16:creationId xmlns:a16="http://schemas.microsoft.com/office/drawing/2014/main" id="{68DE38B0-F274-7A9E-48ED-0F0A4BC6C1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75E4F84E-BB1F-BD2C-77CA-7D6FE5FF9D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1ECA81-2803-4309-8994-634A631C84EC}" type="slidenum">
              <a:rPr lang="en-US" smtClean="0"/>
              <a:t>‹Nº›</a:t>
            </a:fld>
            <a:endParaRPr lang="en-US"/>
          </a:p>
        </p:txBody>
      </p:sp>
    </p:spTree>
    <p:extLst>
      <p:ext uri="{BB962C8B-B14F-4D97-AF65-F5344CB8AC3E}">
        <p14:creationId xmlns:p14="http://schemas.microsoft.com/office/powerpoint/2010/main" val="2725752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huggingface.co/datasets/nvidia/Aegis-AI-Content-Safety-Dataset-1.0" TargetMode="External"/><Relationship Id="rId7" Type="http://schemas.openxmlformats.org/officeDocument/2006/relationships/hyperlink" Target="https://github.com/felixricharmendoza/UNMSM-Research-Methods-2026-II"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oi.org/10.5220/0014692300004018" TargetMode="External"/><Relationship Id="rId5" Type="http://schemas.openxmlformats.org/officeDocument/2006/relationships/hyperlink" Target="https://github.com/leomaurodesenv/big-qa-architecture" TargetMode="External"/><Relationship Id="rId4" Type="http://schemas.openxmlformats.org/officeDocument/2006/relationships/hyperlink" Target="https://arxiv.org/abs/2404.0599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EE34D-6DF9-78F7-5204-F694650A3750}"/>
            </a:ext>
          </a:extLst>
        </p:cNvPr>
        <p:cNvGrpSpPr/>
        <p:nvPr/>
      </p:nvGrpSpPr>
      <p:grpSpPr>
        <a:xfrm>
          <a:off x="0" y="0"/>
          <a:ext cx="0" cy="0"/>
          <a:chOff x="0" y="0"/>
          <a:chExt cx="0" cy="0"/>
        </a:xfrm>
      </p:grpSpPr>
      <p:pic>
        <p:nvPicPr>
          <p:cNvPr id="52" name="Imagen 51">
            <a:extLst>
              <a:ext uri="{FF2B5EF4-FFF2-40B4-BE49-F238E27FC236}">
                <a16:creationId xmlns:a16="http://schemas.microsoft.com/office/drawing/2014/main" id="{E7ADAE3F-15C1-C683-7D07-238C6CCAEB34}"/>
              </a:ext>
            </a:extLst>
          </p:cNvPr>
          <p:cNvPicPr>
            <a:picLocks noChangeAspect="1"/>
          </p:cNvPicPr>
          <p:nvPr/>
        </p:nvPicPr>
        <p:blipFill>
          <a:blip r:embed="rId3">
            <a:extLst>
              <a:ext uri="{28A0092B-C50C-407E-A947-70E740481C1C}">
                <a14:useLocalDpi xmlns:a14="http://schemas.microsoft.com/office/drawing/2010/main" val="0"/>
              </a:ext>
            </a:extLst>
          </a:blip>
          <a:srcRect l="23647"/>
          <a:stretch>
            <a:fillRect/>
          </a:stretch>
        </p:blipFill>
        <p:spPr>
          <a:xfrm flipH="1">
            <a:off x="-78829" y="-670035"/>
            <a:ext cx="12192001" cy="6858000"/>
          </a:xfrm>
          <a:prstGeom prst="rect">
            <a:avLst/>
          </a:prstGeom>
        </p:spPr>
      </p:pic>
      <p:sp>
        <p:nvSpPr>
          <p:cNvPr id="44" name="CuadroTexto 43">
            <a:extLst>
              <a:ext uri="{FF2B5EF4-FFF2-40B4-BE49-F238E27FC236}">
                <a16:creationId xmlns:a16="http://schemas.microsoft.com/office/drawing/2014/main" id="{99D9DDB3-C9F2-130D-C319-827EF0878B2A}"/>
              </a:ext>
            </a:extLst>
          </p:cNvPr>
          <p:cNvSpPr txBox="1"/>
          <p:nvPr/>
        </p:nvSpPr>
        <p:spPr>
          <a:xfrm>
            <a:off x="635619" y="561855"/>
            <a:ext cx="10100310" cy="861774"/>
          </a:xfrm>
          <a:prstGeom prst="rect">
            <a:avLst/>
          </a:prstGeom>
          <a:noFill/>
        </p:spPr>
        <p:txBody>
          <a:bodyPr wrap="square" rtlCol="0">
            <a:spAutoFit/>
          </a:bodyPr>
          <a:lstStyle/>
          <a:p>
            <a:r>
              <a:rPr lang="en-US" sz="2500" b="1" dirty="0">
                <a:solidFill>
                  <a:srgbClr val="1248A9"/>
                </a:solidFill>
                <a:latin typeface="Arial" panose="020B0604020202020204" pitchFamily="34" charset="0"/>
                <a:cs typeface="Arial" panose="020B0604020202020204" pitchFamily="34" charset="0"/>
              </a:rPr>
              <a:t>Research Methods and Scientific Integrity in AI and Advanced Technologies</a:t>
            </a:r>
            <a:endParaRPr lang="es-MX" sz="2500" b="1" dirty="0">
              <a:solidFill>
                <a:srgbClr val="1248A9"/>
              </a:solidFill>
              <a:latin typeface="Arial" panose="020B0604020202020204" pitchFamily="34" charset="0"/>
              <a:cs typeface="Arial" panose="020B0604020202020204" pitchFamily="34" charset="0"/>
            </a:endParaRPr>
          </a:p>
        </p:txBody>
      </p:sp>
      <p:sp>
        <p:nvSpPr>
          <p:cNvPr id="48" name="Rectángulo 47">
            <a:extLst>
              <a:ext uri="{FF2B5EF4-FFF2-40B4-BE49-F238E27FC236}">
                <a16:creationId xmlns:a16="http://schemas.microsoft.com/office/drawing/2014/main" id="{AFEFC10E-3C07-BB32-0CC7-75891D673B98}"/>
              </a:ext>
            </a:extLst>
          </p:cNvPr>
          <p:cNvSpPr/>
          <p:nvPr/>
        </p:nvSpPr>
        <p:spPr>
          <a:xfrm>
            <a:off x="728552" y="1453896"/>
            <a:ext cx="2144921" cy="45719"/>
          </a:xfrm>
          <a:prstGeom prst="rect">
            <a:avLst/>
          </a:prstGeom>
          <a:solidFill>
            <a:srgbClr val="97D7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sz="1600" dirty="0"/>
          </a:p>
        </p:txBody>
      </p:sp>
      <p:sp>
        <p:nvSpPr>
          <p:cNvPr id="2" name="Rectángulo 1">
            <a:extLst>
              <a:ext uri="{FF2B5EF4-FFF2-40B4-BE49-F238E27FC236}">
                <a16:creationId xmlns:a16="http://schemas.microsoft.com/office/drawing/2014/main" id="{B8B1C32E-68F1-4FFB-8568-A4F5E009E7F4}"/>
              </a:ext>
            </a:extLst>
          </p:cNvPr>
          <p:cNvSpPr/>
          <p:nvPr/>
        </p:nvSpPr>
        <p:spPr>
          <a:xfrm>
            <a:off x="-1" y="5987332"/>
            <a:ext cx="12192001" cy="8706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Shape 6">
            <a:extLst>
              <a:ext uri="{FF2B5EF4-FFF2-40B4-BE49-F238E27FC236}">
                <a16:creationId xmlns:a16="http://schemas.microsoft.com/office/drawing/2014/main" id="{CD10CE8E-48F5-4EEA-B38F-C4659FA18C21}"/>
              </a:ext>
            </a:extLst>
          </p:cNvPr>
          <p:cNvSpPr/>
          <p:nvPr/>
        </p:nvSpPr>
        <p:spPr>
          <a:xfrm>
            <a:off x="1801012" y="2258410"/>
            <a:ext cx="7863840" cy="1417320"/>
          </a:xfrm>
          <a:prstGeom prst="roundRect">
            <a:avLst>
              <a:gd name="adj" fmla="val 6452"/>
            </a:avLst>
          </a:prstGeom>
          <a:solidFill>
            <a:srgbClr val="1B3550"/>
          </a:solidFill>
          <a:ln w="12700">
            <a:solidFill>
              <a:srgbClr val="14897F"/>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Text 7">
            <a:extLst>
              <a:ext uri="{FF2B5EF4-FFF2-40B4-BE49-F238E27FC236}">
                <a16:creationId xmlns:a16="http://schemas.microsoft.com/office/drawing/2014/main" id="{6D5723A5-BFF5-4DAC-98BA-9C15FAADDA46}"/>
              </a:ext>
            </a:extLst>
          </p:cNvPr>
          <p:cNvSpPr txBox="1"/>
          <p:nvPr/>
        </p:nvSpPr>
        <p:spPr>
          <a:xfrm>
            <a:off x="2029612" y="2349850"/>
            <a:ext cx="7498080" cy="12344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400"/>
              </a:spcAft>
            </a:pPr>
            <a:r>
              <a:rPr lang="en-US" sz="2200" i="1" dirty="0">
                <a:solidFill>
                  <a:srgbClr val="FFFFFF"/>
                </a:solidFill>
              </a:rPr>
              <a:t>Research: Reference Architecture Based on Specialized Generative AI Agents for the Governed Development and Conformance Verification of Critical State Information Systems</a:t>
            </a:r>
            <a:endParaRPr lang="en-US" sz="2200" dirty="0"/>
          </a:p>
        </p:txBody>
      </p:sp>
      <p:sp>
        <p:nvSpPr>
          <p:cNvPr id="15" name="Text 8">
            <a:extLst>
              <a:ext uri="{FF2B5EF4-FFF2-40B4-BE49-F238E27FC236}">
                <a16:creationId xmlns:a16="http://schemas.microsoft.com/office/drawing/2014/main" id="{272F9DFD-4D14-4FD0-9C82-9BB952E02B2F}"/>
              </a:ext>
            </a:extLst>
          </p:cNvPr>
          <p:cNvSpPr txBox="1"/>
          <p:nvPr/>
        </p:nvSpPr>
        <p:spPr>
          <a:xfrm>
            <a:off x="1331938" y="6239622"/>
            <a:ext cx="10058400" cy="320040"/>
          </a:xfrm>
          <a:prstGeom prst="rect">
            <a:avLst/>
          </a:prstGeom>
          <a:noFill/>
          <a:ln/>
        </p:spPr>
        <p:txBody>
          <a:bodyPr wrap="square" lIns="508" tIns="508" rIns="508" bIns="508"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2C2EA2"/>
                </a:solidFill>
              </a:rPr>
              <a:t>Doctoral Program in Deep Technologies · Doctorado en Tecnologías Profundas</a:t>
            </a:r>
            <a:endParaRPr lang="en-US" sz="1500" dirty="0">
              <a:solidFill>
                <a:srgbClr val="2C2EA2"/>
              </a:solidFill>
            </a:endParaRPr>
          </a:p>
        </p:txBody>
      </p:sp>
      <p:sp>
        <p:nvSpPr>
          <p:cNvPr id="16" name="Text 9">
            <a:extLst>
              <a:ext uri="{FF2B5EF4-FFF2-40B4-BE49-F238E27FC236}">
                <a16:creationId xmlns:a16="http://schemas.microsoft.com/office/drawing/2014/main" id="{1454EE70-0007-4AEA-9923-97B1F1AB52E0}"/>
              </a:ext>
            </a:extLst>
          </p:cNvPr>
          <p:cNvSpPr txBox="1"/>
          <p:nvPr/>
        </p:nvSpPr>
        <p:spPr>
          <a:xfrm>
            <a:off x="530771" y="-255783"/>
            <a:ext cx="10972800" cy="320040"/>
          </a:xfrm>
          <a:prstGeom prst="rect">
            <a:avLst/>
          </a:prstGeom>
          <a:noFill/>
          <a:ln/>
        </p:spPr>
        <p:txBody>
          <a:bodyPr wrap="square" lIns="508" tIns="508" rIns="508" bIns="508"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dirty="0">
                <a:solidFill>
                  <a:srgbClr val="2C2EA2"/>
                </a:solidFill>
              </a:rPr>
              <a:t>Universidad Nacional Mayor de San Marcos  ·  Instructor: Dr. </a:t>
            </a:r>
            <a:r>
              <a:rPr lang="en-US" sz="1300" dirty="0" err="1">
                <a:solidFill>
                  <a:srgbClr val="2C2EA2"/>
                </a:solidFill>
              </a:rPr>
              <a:t>Loveleen</a:t>
            </a:r>
            <a:r>
              <a:rPr lang="en-US" sz="1300" dirty="0">
                <a:solidFill>
                  <a:srgbClr val="2C2EA2"/>
                </a:solidFill>
              </a:rPr>
              <a:t> Gaur</a:t>
            </a:r>
          </a:p>
        </p:txBody>
      </p:sp>
      <p:sp>
        <p:nvSpPr>
          <p:cNvPr id="3" name="CuadroTexto 2">
            <a:extLst>
              <a:ext uri="{FF2B5EF4-FFF2-40B4-BE49-F238E27FC236}">
                <a16:creationId xmlns:a16="http://schemas.microsoft.com/office/drawing/2014/main" id="{8ACAEEC8-5D13-4BA8-846C-D9041A3313A5}"/>
              </a:ext>
            </a:extLst>
          </p:cNvPr>
          <p:cNvSpPr txBox="1"/>
          <p:nvPr/>
        </p:nvSpPr>
        <p:spPr>
          <a:xfrm>
            <a:off x="728552" y="3991087"/>
            <a:ext cx="10007377" cy="369332"/>
          </a:xfrm>
          <a:prstGeom prst="rect">
            <a:avLst/>
          </a:prstGeom>
          <a:noFill/>
        </p:spPr>
        <p:txBody>
          <a:bodyPr wrap="square" rtlCol="0">
            <a:spAutoFit/>
          </a:bodyPr>
          <a:lstStyle/>
          <a:p>
            <a:pPr algn="ctr"/>
            <a:r>
              <a:rPr lang="es-PE" b="1" dirty="0"/>
              <a:t>https://github.com/felixricharmendoza/UNMSM-Research-Methods-2026-II</a:t>
            </a:r>
          </a:p>
        </p:txBody>
      </p:sp>
      <p:sp>
        <p:nvSpPr>
          <p:cNvPr id="11" name="Text 8">
            <a:extLst>
              <a:ext uri="{FF2B5EF4-FFF2-40B4-BE49-F238E27FC236}">
                <a16:creationId xmlns:a16="http://schemas.microsoft.com/office/drawing/2014/main" id="{E5FCE26B-1FE7-4647-8BE0-95C511E40D33}"/>
              </a:ext>
            </a:extLst>
          </p:cNvPr>
          <p:cNvSpPr txBox="1"/>
          <p:nvPr/>
        </p:nvSpPr>
        <p:spPr>
          <a:xfrm>
            <a:off x="1248104" y="4973316"/>
            <a:ext cx="10058400" cy="320040"/>
          </a:xfrm>
          <a:prstGeom prst="rect">
            <a:avLst/>
          </a:prstGeom>
          <a:noFill/>
          <a:ln/>
        </p:spPr>
        <p:txBody>
          <a:bodyPr wrap="square" lIns="508" tIns="508" rIns="508" bIns="508"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dirty="0">
                <a:solidFill>
                  <a:srgbClr val="2C2EA2"/>
                </a:solidFill>
              </a:rPr>
              <a:t>Student: Félix Richar Mendoza Pumacahua</a:t>
            </a:r>
          </a:p>
        </p:txBody>
      </p:sp>
    </p:spTree>
    <p:extLst>
      <p:ext uri="{BB962C8B-B14F-4D97-AF65-F5344CB8AC3E}">
        <p14:creationId xmlns:p14="http://schemas.microsoft.com/office/powerpoint/2010/main" val="2479711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sesión 1"/>
          <p:cNvSpPr txBox="1"/>
          <p:nvPr/>
        </p:nvSpPr>
        <p:spPr>
          <a:xfrm>
            <a:off x="528552" y="156423"/>
            <a:ext cx="10735000" cy="430887"/>
          </a:xfrm>
          <a:prstGeom prst="rect">
            <a:avLst/>
          </a:prstGeom>
          <a:noFill/>
        </p:spPr>
        <p:txBody>
          <a:bodyPr wrap="square" lIns="0" tIns="0" rIns="0" bIns="0" anchor="ctr">
            <a:spAutoFit/>
          </a:bodyPr>
          <a:lstStyle/>
          <a:p>
            <a:r>
              <a:rPr lang="es-PE" sz="2800" b="1" dirty="0" err="1">
                <a:solidFill>
                  <a:schemeClr val="bg1"/>
                </a:solidFill>
                <a:latin typeface="Arial"/>
              </a:rPr>
              <a:t>Paradigm</a:t>
            </a:r>
            <a:r>
              <a:rPr lang="es-PE" sz="2800" b="1" dirty="0">
                <a:solidFill>
                  <a:schemeClr val="bg1"/>
                </a:solidFill>
                <a:latin typeface="Arial"/>
              </a:rPr>
              <a:t> </a:t>
            </a:r>
            <a:r>
              <a:rPr lang="es-PE" sz="2800" b="1" dirty="0" err="1">
                <a:solidFill>
                  <a:schemeClr val="bg1"/>
                </a:solidFill>
                <a:latin typeface="Arial"/>
              </a:rPr>
              <a:t>Justification</a:t>
            </a:r>
            <a:r>
              <a:rPr lang="es-PE" sz="2800" b="1" dirty="0">
                <a:solidFill>
                  <a:schemeClr val="bg1"/>
                </a:solidFill>
                <a:latin typeface="Arial"/>
              </a:rPr>
              <a:t> </a:t>
            </a:r>
            <a:r>
              <a:rPr lang="es-PE" sz="2800" b="1" dirty="0" err="1">
                <a:solidFill>
                  <a:schemeClr val="bg1"/>
                </a:solidFill>
                <a:latin typeface="Arial"/>
              </a:rPr>
              <a:t>Statement</a:t>
            </a:r>
            <a:endParaRPr sz="2800" b="1" i="0" dirty="0">
              <a:solidFill>
                <a:schemeClr val="bg1"/>
              </a:solidFill>
              <a:latin typeface="Arial"/>
            </a:endParaRPr>
          </a:p>
        </p:txBody>
      </p:sp>
      <p:sp>
        <p:nvSpPr>
          <p:cNvPr id="3" name="Barra título"/>
          <p:cNvSpPr/>
          <p:nvPr/>
        </p:nvSpPr>
        <p:spPr>
          <a:xfrm>
            <a:off x="751607" y="1146422"/>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unto clave"/>
          <p:cNvSpPr/>
          <p:nvPr/>
        </p:nvSpPr>
        <p:spPr>
          <a:xfrm>
            <a:off x="741531" y="1381336"/>
            <a:ext cx="10735000" cy="1419255"/>
          </a:xfrm>
          <a:prstGeom prst="roundRect">
            <a:avLst>
              <a:gd name="adj" fmla="val 6000"/>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wrap="square" lIns="300000" tIns="150000" rIns="300000" bIns="150000" rtlCol="0" anchor="ctr"/>
          <a:lstStyle/>
          <a:p>
            <a:pPr>
              <a:spcAft>
                <a:spcPts val="600"/>
              </a:spcAft>
            </a:pPr>
            <a:r>
              <a:rPr lang="en-US" sz="2200" dirty="0">
                <a:solidFill>
                  <a:schemeClr val="tx2"/>
                </a:solidFill>
                <a:latin typeface="Arial" panose="020B0604020202020204" pitchFamily="34" charset="0"/>
                <a:cs typeface="Arial" panose="020B0604020202020204" pitchFamily="34" charset="0"/>
              </a:rPr>
              <a:t>How should a reference architecture based on specialized generative AI agents be structured to automate and verify the development of critical state information systems, ensuring their compliance with the enterprise architecture and applicable regulations?</a:t>
            </a:r>
            <a:endParaRPr sz="2200" i="0" dirty="0">
              <a:solidFill>
                <a:schemeClr val="tx2"/>
              </a:solidFill>
              <a:latin typeface="Arial" panose="020B0604020202020204" pitchFamily="34" charset="0"/>
              <a:cs typeface="Arial" panose="020B0604020202020204" pitchFamily="34" charset="0"/>
            </a:endParaRPr>
          </a:p>
        </p:txBody>
      </p:sp>
      <p:sp>
        <p:nvSpPr>
          <p:cNvPr id="5" name="Tarjeta 1"/>
          <p:cNvSpPr/>
          <p:nvPr/>
        </p:nvSpPr>
        <p:spPr>
          <a:xfrm>
            <a:off x="728554" y="4657732"/>
            <a:ext cx="3411666" cy="192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Acento 1"/>
          <p:cNvSpPr/>
          <p:nvPr/>
        </p:nvSpPr>
        <p:spPr>
          <a:xfrm>
            <a:off x="728554" y="4585915"/>
            <a:ext cx="3411666"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tarjeta 1"/>
          <p:cNvSpPr txBox="1"/>
          <p:nvPr/>
        </p:nvSpPr>
        <p:spPr>
          <a:xfrm>
            <a:off x="928554" y="4753643"/>
            <a:ext cx="3011666" cy="192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Why DSR</a:t>
            </a:r>
          </a:p>
          <a:p>
            <a:r>
              <a:rPr sz="1400" b="0" i="0" dirty="0">
                <a:solidFill>
                  <a:srgbClr val="1B3550"/>
                </a:solidFill>
                <a:latin typeface="Arial"/>
              </a:rPr>
              <a:t>The goal is to design and evaluate an artifact that solves a software-engineering problem in regulated contexts, from a pragmatist stance (</a:t>
            </a:r>
            <a:r>
              <a:rPr sz="1400" b="0" i="0" dirty="0" err="1">
                <a:solidFill>
                  <a:srgbClr val="1B3550"/>
                </a:solidFill>
                <a:latin typeface="Arial"/>
              </a:rPr>
              <a:t>Hevner</a:t>
            </a:r>
            <a:r>
              <a:rPr sz="1400" b="0" i="0" dirty="0">
                <a:solidFill>
                  <a:srgbClr val="1B3550"/>
                </a:solidFill>
                <a:latin typeface="Arial"/>
              </a:rPr>
              <a:t> et al., 2004; </a:t>
            </a:r>
            <a:r>
              <a:rPr sz="1400" b="0" i="0" dirty="0" err="1">
                <a:solidFill>
                  <a:srgbClr val="1B3550"/>
                </a:solidFill>
                <a:latin typeface="Arial"/>
              </a:rPr>
              <a:t>Peffers</a:t>
            </a:r>
            <a:r>
              <a:rPr sz="1400" b="0" i="0" dirty="0">
                <a:solidFill>
                  <a:srgbClr val="1B3550"/>
                </a:solidFill>
                <a:latin typeface="Arial"/>
              </a:rPr>
              <a:t> et al., 2007).</a:t>
            </a:r>
          </a:p>
        </p:txBody>
      </p:sp>
      <p:sp>
        <p:nvSpPr>
          <p:cNvPr id="8" name="Tarjeta 2"/>
          <p:cNvSpPr/>
          <p:nvPr/>
        </p:nvSpPr>
        <p:spPr>
          <a:xfrm>
            <a:off x="4390220" y="4657730"/>
            <a:ext cx="3411666" cy="1920001"/>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cento 2"/>
          <p:cNvSpPr/>
          <p:nvPr/>
        </p:nvSpPr>
        <p:spPr>
          <a:xfrm>
            <a:off x="4390220" y="4585915"/>
            <a:ext cx="3411666"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tarjeta 2"/>
          <p:cNvSpPr txBox="1"/>
          <p:nvPr/>
        </p:nvSpPr>
        <p:spPr>
          <a:xfrm>
            <a:off x="4590167" y="4753643"/>
            <a:ext cx="3011666" cy="192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What it rules out</a:t>
            </a:r>
          </a:p>
          <a:p>
            <a:r>
              <a:rPr sz="1400" b="0" i="0" dirty="0">
                <a:solidFill>
                  <a:srgbClr val="1B3550"/>
                </a:solidFill>
                <a:latin typeface="Arial"/>
              </a:rPr>
              <a:t>Positivism (the aim is not to measure an existing phenomenon) and interpretivism (not to understand the actors’ perceptions). Mixed methods is an evaluation strategy inside DSR, not a rival paradigm (Gregor &amp; </a:t>
            </a:r>
            <a:r>
              <a:rPr sz="1400" b="0" i="0" dirty="0" err="1">
                <a:solidFill>
                  <a:srgbClr val="1B3550"/>
                </a:solidFill>
                <a:latin typeface="Arial"/>
              </a:rPr>
              <a:t>Hevner</a:t>
            </a:r>
            <a:r>
              <a:rPr sz="1400" b="0" i="0" dirty="0">
                <a:solidFill>
                  <a:srgbClr val="1B3550"/>
                </a:solidFill>
                <a:latin typeface="Arial"/>
              </a:rPr>
              <a:t>, 2013).</a:t>
            </a:r>
          </a:p>
        </p:txBody>
      </p:sp>
      <p:sp>
        <p:nvSpPr>
          <p:cNvPr id="11" name="Tarjeta 3"/>
          <p:cNvSpPr/>
          <p:nvPr/>
        </p:nvSpPr>
        <p:spPr>
          <a:xfrm>
            <a:off x="8051886" y="4657730"/>
            <a:ext cx="3411666" cy="1920002"/>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Acento 3"/>
          <p:cNvSpPr/>
          <p:nvPr/>
        </p:nvSpPr>
        <p:spPr>
          <a:xfrm>
            <a:off x="8051886" y="4585915"/>
            <a:ext cx="3411666"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tarjeta 3"/>
          <p:cNvSpPr txBox="1"/>
          <p:nvPr/>
        </p:nvSpPr>
        <p:spPr>
          <a:xfrm>
            <a:off x="8251886" y="4753643"/>
            <a:ext cx="3011666" cy="1920000"/>
          </a:xfrm>
          <a:prstGeom prst="rect">
            <a:avLst/>
          </a:prstGeom>
          <a:noFill/>
        </p:spPr>
        <p:txBody>
          <a:bodyPr wrap="square" lIns="0" tIns="0" rIns="0" bIns="0" anchor="t">
            <a:spAutoFit/>
          </a:bodyPr>
          <a:lstStyle/>
          <a:p>
            <a:pPr>
              <a:spcAft>
                <a:spcPts val="600"/>
              </a:spcAft>
            </a:pPr>
            <a:r>
              <a:rPr sz="1600" b="1" i="0">
                <a:solidFill>
                  <a:srgbClr val="1248A9"/>
                </a:solidFill>
                <a:latin typeface="Arial"/>
              </a:rPr>
              <a:t>Where it applies</a:t>
            </a:r>
          </a:p>
          <a:p>
            <a:r>
              <a:rPr sz="1400" b="0" i="0">
                <a:solidFill>
                  <a:srgbClr val="1B3550"/>
                </a:solidFill>
                <a:latin typeface="Arial"/>
              </a:rPr>
              <a:t>Application case: the Peruvian pension system. The artifact acts in the development and verification phases only, not in production, with agents running in local, controlled environments.</a:t>
            </a:r>
          </a:p>
        </p:txBody>
      </p:sp>
      <p:sp>
        <p:nvSpPr>
          <p:cNvPr id="15" name="CuadroTexto 14">
            <a:extLst>
              <a:ext uri="{FF2B5EF4-FFF2-40B4-BE49-F238E27FC236}">
                <a16:creationId xmlns:a16="http://schemas.microsoft.com/office/drawing/2014/main" id="{DDB86F6D-AEB1-42A9-914E-BD39B5118626}"/>
              </a:ext>
            </a:extLst>
          </p:cNvPr>
          <p:cNvSpPr txBox="1"/>
          <p:nvPr/>
        </p:nvSpPr>
        <p:spPr>
          <a:xfrm>
            <a:off x="641470" y="2988548"/>
            <a:ext cx="6188615" cy="553998"/>
          </a:xfrm>
          <a:prstGeom prst="rect">
            <a:avLst/>
          </a:prstGeom>
          <a:noFill/>
        </p:spPr>
        <p:txBody>
          <a:bodyPr wrap="square" rtlCol="0">
            <a:spAutoFit/>
          </a:bodyPr>
          <a:lstStyle>
            <a:defPPr>
              <a:defRPr lang="en-US"/>
            </a:defPPr>
            <a:lvl1pPr>
              <a:defRPr sz="3000" b="1"/>
            </a:lvl1pPr>
          </a:lstStyle>
          <a:p>
            <a:r>
              <a:rPr lang="es-PE" dirty="0" err="1"/>
              <a:t>Chosen</a:t>
            </a:r>
            <a:r>
              <a:rPr lang="es-PE" dirty="0"/>
              <a:t> </a:t>
            </a:r>
            <a:r>
              <a:rPr lang="es-PE" dirty="0" err="1"/>
              <a:t>paradigm</a:t>
            </a:r>
            <a:r>
              <a:rPr lang="es-PE" dirty="0"/>
              <a:t> </a:t>
            </a:r>
          </a:p>
        </p:txBody>
      </p:sp>
      <p:sp>
        <p:nvSpPr>
          <p:cNvPr id="17" name="CuadroTexto 16">
            <a:extLst>
              <a:ext uri="{FF2B5EF4-FFF2-40B4-BE49-F238E27FC236}">
                <a16:creationId xmlns:a16="http://schemas.microsoft.com/office/drawing/2014/main" id="{B5599DA8-A7A7-416E-B92B-4B90FF57876C}"/>
              </a:ext>
            </a:extLst>
          </p:cNvPr>
          <p:cNvSpPr txBox="1"/>
          <p:nvPr/>
        </p:nvSpPr>
        <p:spPr>
          <a:xfrm>
            <a:off x="641470" y="654730"/>
            <a:ext cx="6621653" cy="553998"/>
          </a:xfrm>
          <a:prstGeom prst="rect">
            <a:avLst/>
          </a:prstGeom>
          <a:noFill/>
        </p:spPr>
        <p:txBody>
          <a:bodyPr wrap="square" rtlCol="0">
            <a:spAutoFit/>
          </a:bodyPr>
          <a:lstStyle/>
          <a:p>
            <a:r>
              <a:rPr lang="es-PE" sz="3000" b="1" dirty="0" err="1"/>
              <a:t>Research</a:t>
            </a:r>
            <a:r>
              <a:rPr lang="es-PE" sz="3000" b="1" dirty="0"/>
              <a:t> </a:t>
            </a:r>
            <a:r>
              <a:rPr lang="es-PE" sz="3000" b="1" dirty="0" err="1"/>
              <a:t>question</a:t>
            </a:r>
            <a:endParaRPr lang="es-PE" sz="3000" b="1" dirty="0"/>
          </a:p>
        </p:txBody>
      </p:sp>
      <p:sp>
        <p:nvSpPr>
          <p:cNvPr id="18" name="Barra título">
            <a:extLst>
              <a:ext uri="{FF2B5EF4-FFF2-40B4-BE49-F238E27FC236}">
                <a16:creationId xmlns:a16="http://schemas.microsoft.com/office/drawing/2014/main" id="{D06C187E-F66C-4B2D-8FEA-2503C41918AB}"/>
              </a:ext>
            </a:extLst>
          </p:cNvPr>
          <p:cNvSpPr/>
          <p:nvPr/>
        </p:nvSpPr>
        <p:spPr>
          <a:xfrm>
            <a:off x="641470" y="3521923"/>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unto clave">
            <a:extLst>
              <a:ext uri="{FF2B5EF4-FFF2-40B4-BE49-F238E27FC236}">
                <a16:creationId xmlns:a16="http://schemas.microsoft.com/office/drawing/2014/main" id="{F5556586-355F-4D31-BB1B-F007AD07A02E}"/>
              </a:ext>
            </a:extLst>
          </p:cNvPr>
          <p:cNvSpPr/>
          <p:nvPr/>
        </p:nvSpPr>
        <p:spPr>
          <a:xfrm>
            <a:off x="728554" y="3778115"/>
            <a:ext cx="10735000" cy="513249"/>
          </a:xfrm>
          <a:prstGeom prst="roundRect">
            <a:avLst>
              <a:gd name="adj" fmla="val 6000"/>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wrap="square" lIns="300000" tIns="150000" rIns="300000" bIns="150000" rtlCol="0" anchor="ctr"/>
          <a:lstStyle/>
          <a:p>
            <a:pPr>
              <a:spcAft>
                <a:spcPts val="600"/>
              </a:spcAft>
            </a:pPr>
            <a:r>
              <a:rPr lang="en-US" sz="2200" dirty="0">
                <a:solidFill>
                  <a:schemeClr val="tx2"/>
                </a:solidFill>
                <a:latin typeface="Arial" panose="020B0604020202020204" pitchFamily="34" charset="0"/>
                <a:cs typeface="Arial" panose="020B0604020202020204" pitchFamily="34" charset="0"/>
              </a:rPr>
              <a:t>This research adopts the </a:t>
            </a:r>
            <a:r>
              <a:rPr lang="en-US" sz="2200" b="1" dirty="0">
                <a:solidFill>
                  <a:schemeClr val="tx2"/>
                </a:solidFill>
                <a:latin typeface="Arial" panose="020B0604020202020204" pitchFamily="34" charset="0"/>
                <a:cs typeface="Arial" panose="020B0604020202020204" pitchFamily="34" charset="0"/>
              </a:rPr>
              <a:t>Design Science Research (DSR) </a:t>
            </a:r>
          </a:p>
        </p:txBody>
      </p:sp>
      <p:graphicFrame>
        <p:nvGraphicFramePr>
          <p:cNvPr id="20" name="Tabla 19">
            <a:extLst>
              <a:ext uri="{FF2B5EF4-FFF2-40B4-BE49-F238E27FC236}">
                <a16:creationId xmlns:a16="http://schemas.microsoft.com/office/drawing/2014/main" id="{E10D5E0D-86E5-422D-84F2-E6F0D3765AE5}"/>
              </a:ext>
            </a:extLst>
          </p:cNvPr>
          <p:cNvGraphicFramePr>
            <a:graphicFrameLocks noGrp="1"/>
          </p:cNvGraphicFramePr>
          <p:nvPr>
            <p:extLst>
              <p:ext uri="{D42A27DB-BD31-4B8C-83A1-F6EECF244321}">
                <p14:modId xmlns:p14="http://schemas.microsoft.com/office/powerpoint/2010/main" val="2775742374"/>
              </p:ext>
            </p:extLst>
          </p:nvPr>
        </p:nvGraphicFramePr>
        <p:xfrm>
          <a:off x="9376228" y="312383"/>
          <a:ext cx="2554515" cy="370840"/>
        </p:xfrm>
        <a:graphic>
          <a:graphicData uri="http://schemas.openxmlformats.org/drawingml/2006/table">
            <a:tbl>
              <a:tblPr firstRow="1" bandRow="1">
                <a:tableStyleId>{5C22544A-7EE6-4342-B048-85BDC9FD1C3A}</a:tableStyleId>
              </a:tblPr>
              <a:tblGrid>
                <a:gridCol w="510903">
                  <a:extLst>
                    <a:ext uri="{9D8B030D-6E8A-4147-A177-3AD203B41FA5}">
                      <a16:colId xmlns:a16="http://schemas.microsoft.com/office/drawing/2014/main" val="1171444792"/>
                    </a:ext>
                  </a:extLst>
                </a:gridCol>
                <a:gridCol w="510903">
                  <a:extLst>
                    <a:ext uri="{9D8B030D-6E8A-4147-A177-3AD203B41FA5}">
                      <a16:colId xmlns:a16="http://schemas.microsoft.com/office/drawing/2014/main" val="3809176907"/>
                    </a:ext>
                  </a:extLst>
                </a:gridCol>
                <a:gridCol w="510903">
                  <a:extLst>
                    <a:ext uri="{9D8B030D-6E8A-4147-A177-3AD203B41FA5}">
                      <a16:colId xmlns:a16="http://schemas.microsoft.com/office/drawing/2014/main" val="3870348928"/>
                    </a:ext>
                  </a:extLst>
                </a:gridCol>
                <a:gridCol w="510903">
                  <a:extLst>
                    <a:ext uri="{9D8B030D-6E8A-4147-A177-3AD203B41FA5}">
                      <a16:colId xmlns:a16="http://schemas.microsoft.com/office/drawing/2014/main" val="3533880193"/>
                    </a:ext>
                  </a:extLst>
                </a:gridCol>
                <a:gridCol w="510903">
                  <a:extLst>
                    <a:ext uri="{9D8B030D-6E8A-4147-A177-3AD203B41FA5}">
                      <a16:colId xmlns:a16="http://schemas.microsoft.com/office/drawing/2014/main" val="140826828"/>
                    </a:ext>
                  </a:extLst>
                </a:gridCol>
              </a:tblGrid>
              <a:tr h="370840">
                <a:tc>
                  <a:txBody>
                    <a:bodyPr/>
                    <a:lstStyle/>
                    <a:p>
                      <a:pPr algn="ctr"/>
                      <a:r>
                        <a:rPr lang="es-PE" dirty="0"/>
                        <a:t>1</a:t>
                      </a:r>
                    </a:p>
                  </a:txBody>
                  <a:tcPr/>
                </a:tc>
                <a:tc>
                  <a:txBody>
                    <a:bodyPr/>
                    <a:lstStyle/>
                    <a:p>
                      <a:pPr algn="ctr"/>
                      <a:r>
                        <a:rPr lang="es-PE" dirty="0"/>
                        <a:t>2</a:t>
                      </a:r>
                    </a:p>
                  </a:txBody>
                  <a:tcPr>
                    <a:solidFill>
                      <a:schemeClr val="bg1">
                        <a:lumMod val="75000"/>
                      </a:schemeClr>
                    </a:solidFill>
                  </a:tcPr>
                </a:tc>
                <a:tc>
                  <a:txBody>
                    <a:bodyPr/>
                    <a:lstStyle/>
                    <a:p>
                      <a:pPr algn="ctr"/>
                      <a:r>
                        <a:rPr lang="es-PE" dirty="0"/>
                        <a:t>3</a:t>
                      </a:r>
                    </a:p>
                  </a:txBody>
                  <a:tcPr>
                    <a:solidFill>
                      <a:schemeClr val="bg1">
                        <a:lumMod val="75000"/>
                      </a:schemeClr>
                    </a:solidFill>
                  </a:tcPr>
                </a:tc>
                <a:tc>
                  <a:txBody>
                    <a:bodyPr/>
                    <a:lstStyle/>
                    <a:p>
                      <a:pPr algn="ctr"/>
                      <a:r>
                        <a:rPr lang="es-PE" dirty="0"/>
                        <a:t>4</a:t>
                      </a:r>
                    </a:p>
                  </a:txBody>
                  <a:tcPr>
                    <a:solidFill>
                      <a:schemeClr val="bg1">
                        <a:lumMod val="75000"/>
                      </a:schemeClr>
                    </a:solidFill>
                  </a:tcPr>
                </a:tc>
                <a:tc>
                  <a:txBody>
                    <a:bodyPr/>
                    <a:lstStyle/>
                    <a:p>
                      <a:pPr algn="ctr"/>
                      <a:r>
                        <a:rPr lang="es-PE" dirty="0"/>
                        <a:t>5</a:t>
                      </a:r>
                    </a:p>
                  </a:txBody>
                  <a:tcPr>
                    <a:solidFill>
                      <a:schemeClr val="bg1">
                        <a:lumMod val="75000"/>
                      </a:schemeClr>
                    </a:solidFill>
                  </a:tcPr>
                </a:tc>
                <a:extLst>
                  <a:ext uri="{0D108BD9-81ED-4DB2-BD59-A6C34878D82A}">
                    <a16:rowId xmlns:a16="http://schemas.microsoft.com/office/drawing/2014/main" val="1432428830"/>
                  </a:ext>
                </a:extLst>
              </a:tr>
            </a:tbl>
          </a:graphicData>
        </a:graphic>
      </p:graphicFrame>
    </p:spTree>
    <p:extLst>
      <p:ext uri="{BB962C8B-B14F-4D97-AF65-F5344CB8AC3E}">
        <p14:creationId xmlns:p14="http://schemas.microsoft.com/office/powerpoint/2010/main" val="1369946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sesión 2"/>
          <p:cNvSpPr txBox="1"/>
          <p:nvPr/>
        </p:nvSpPr>
        <p:spPr>
          <a:xfrm>
            <a:off x="528552" y="156423"/>
            <a:ext cx="10735000" cy="430887"/>
          </a:xfrm>
          <a:prstGeom prst="rect">
            <a:avLst/>
          </a:prstGeom>
          <a:noFill/>
        </p:spPr>
        <p:txBody>
          <a:bodyPr wrap="square" lIns="0" tIns="0" rIns="0" bIns="0" anchor="ctr">
            <a:spAutoFit/>
          </a:bodyPr>
          <a:lstStyle/>
          <a:p>
            <a:r>
              <a:rPr lang="es-PE" sz="2800" b="1" dirty="0">
                <a:solidFill>
                  <a:schemeClr val="bg1"/>
                </a:solidFill>
                <a:latin typeface="Arial"/>
              </a:rPr>
              <a:t>Method Fit Matrix</a:t>
            </a:r>
            <a:endParaRPr sz="2800" b="1" i="0" dirty="0">
              <a:solidFill>
                <a:schemeClr val="bg1"/>
              </a:solidFill>
              <a:latin typeface="Arial"/>
            </a:endParaRPr>
          </a:p>
        </p:txBody>
      </p:sp>
      <p:graphicFrame>
        <p:nvGraphicFramePr>
          <p:cNvPr id="3" name="Pestañas"/>
          <p:cNvGraphicFramePr>
            <a:graphicFrameLocks noGrp="1"/>
          </p:cNvGraphicFramePr>
          <p:nvPr>
            <p:extLst>
              <p:ext uri="{D42A27DB-BD31-4B8C-83A1-F6EECF244321}">
                <p14:modId xmlns:p14="http://schemas.microsoft.com/office/powerpoint/2010/main" val="2775742374"/>
              </p:ext>
            </p:extLst>
          </p:nvPr>
        </p:nvGraphicFramePr>
        <p:xfrm>
          <a:off x="9376228" y="312383"/>
          <a:ext cx="2554515" cy="370840"/>
        </p:xfrm>
        <a:graphic>
          <a:graphicData uri="http://schemas.openxmlformats.org/drawingml/2006/table">
            <a:tbl>
              <a:tblPr firstRow="1" bandRow="1">
                <a:tableStyleId>{5C22544A-7EE6-4342-B048-85BDC9FD1C3A}</a:tableStyleId>
              </a:tblPr>
              <a:tblGrid>
                <a:gridCol w="510903">
                  <a:extLst>
                    <a:ext uri="{9D8B030D-6E8A-4147-A177-3AD203B41FA5}">
                      <a16:colId xmlns:a16="http://schemas.microsoft.com/office/drawing/2014/main" val="1171444792"/>
                    </a:ext>
                  </a:extLst>
                </a:gridCol>
                <a:gridCol w="510903">
                  <a:extLst>
                    <a:ext uri="{9D8B030D-6E8A-4147-A177-3AD203B41FA5}">
                      <a16:colId xmlns:a16="http://schemas.microsoft.com/office/drawing/2014/main" val="3809176907"/>
                    </a:ext>
                  </a:extLst>
                </a:gridCol>
                <a:gridCol w="510903">
                  <a:extLst>
                    <a:ext uri="{9D8B030D-6E8A-4147-A177-3AD203B41FA5}">
                      <a16:colId xmlns:a16="http://schemas.microsoft.com/office/drawing/2014/main" val="3870348928"/>
                    </a:ext>
                  </a:extLst>
                </a:gridCol>
                <a:gridCol w="510903">
                  <a:extLst>
                    <a:ext uri="{9D8B030D-6E8A-4147-A177-3AD203B41FA5}">
                      <a16:colId xmlns:a16="http://schemas.microsoft.com/office/drawing/2014/main" val="3533880193"/>
                    </a:ext>
                  </a:extLst>
                </a:gridCol>
                <a:gridCol w="510903">
                  <a:extLst>
                    <a:ext uri="{9D8B030D-6E8A-4147-A177-3AD203B41FA5}">
                      <a16:colId xmlns:a16="http://schemas.microsoft.com/office/drawing/2014/main" val="140826828"/>
                    </a:ext>
                  </a:extLst>
                </a:gridCol>
              </a:tblGrid>
              <a:tr h="370840">
                <a:tc>
                  <a:txBody>
                    <a:bodyPr/>
                    <a:lstStyle/>
                    <a:p>
                      <a:pPr algn="ctr"/>
                      <a:r>
                        <a:rPr lang="es-PE" dirty="0"/>
                        <a:t>1</a:t>
                      </a:r>
                    </a:p>
                  </a:txBody>
                  <a:tcPr>
                    <a:solidFill>
                      <a:schemeClr val="bg1">
                        <a:lumMod val="75000"/>
                      </a:schemeClr>
                    </a:solidFill>
                  </a:tcPr>
                </a:tc>
                <a:tc>
                  <a:txBody>
                    <a:bodyPr/>
                    <a:lstStyle/>
                    <a:p>
                      <a:pPr algn="ctr"/>
                      <a:r>
                        <a:rPr lang="es-PE" dirty="0"/>
                        <a:t>2</a:t>
                      </a:r>
                    </a:p>
                  </a:txBody>
                  <a:tcPr/>
                </a:tc>
                <a:tc>
                  <a:txBody>
                    <a:bodyPr/>
                    <a:lstStyle/>
                    <a:p>
                      <a:pPr algn="ctr"/>
                      <a:r>
                        <a:rPr lang="es-PE" dirty="0"/>
                        <a:t>3</a:t>
                      </a:r>
                    </a:p>
                  </a:txBody>
                  <a:tcPr>
                    <a:solidFill>
                      <a:schemeClr val="bg1">
                        <a:lumMod val="75000"/>
                      </a:schemeClr>
                    </a:solidFill>
                  </a:tcPr>
                </a:tc>
                <a:tc>
                  <a:txBody>
                    <a:bodyPr/>
                    <a:lstStyle/>
                    <a:p>
                      <a:pPr algn="ctr"/>
                      <a:r>
                        <a:rPr lang="es-PE" dirty="0"/>
                        <a:t>4</a:t>
                      </a:r>
                    </a:p>
                  </a:txBody>
                  <a:tcPr>
                    <a:solidFill>
                      <a:schemeClr val="bg1">
                        <a:lumMod val="75000"/>
                      </a:schemeClr>
                    </a:solidFill>
                  </a:tcPr>
                </a:tc>
                <a:tc>
                  <a:txBody>
                    <a:bodyPr/>
                    <a:lstStyle/>
                    <a:p>
                      <a:pPr algn="ctr"/>
                      <a:r>
                        <a:rPr lang="es-PE" dirty="0"/>
                        <a:t>5</a:t>
                      </a:r>
                    </a:p>
                  </a:txBody>
                  <a:tcPr>
                    <a:solidFill>
                      <a:schemeClr val="bg1">
                        <a:lumMod val="75000"/>
                      </a:schemeClr>
                    </a:solidFill>
                  </a:tcPr>
                </a:tc>
                <a:extLst>
                  <a:ext uri="{0D108BD9-81ED-4DB2-BD59-A6C34878D82A}">
                    <a16:rowId xmlns:a16="http://schemas.microsoft.com/office/drawing/2014/main" val="1432428830"/>
                  </a:ext>
                </a:extLst>
              </a:tr>
            </a:tbl>
          </a:graphicData>
        </a:graphic>
      </p:graphicFrame>
      <p:sp>
        <p:nvSpPr>
          <p:cNvPr id="4" name="Encabezado puntuación"/>
          <p:cNvSpPr txBox="1"/>
          <p:nvPr/>
        </p:nvSpPr>
        <p:spPr>
          <a:xfrm>
            <a:off x="641470" y="654730"/>
            <a:ext cx="6621653" cy="553998"/>
          </a:xfrm>
          <a:prstGeom prst="rect">
            <a:avLst/>
          </a:prstGeom>
          <a:noFill/>
        </p:spPr>
        <p:txBody>
          <a:bodyPr wrap="square" rtlCol="0">
            <a:spAutoFit/>
          </a:bodyPr>
          <a:lstStyle/>
          <a:p>
            <a:r>
              <a:rPr lang="es-PE" sz="3000" b="1" dirty="0"/>
              <a:t>Weighted scoring</a:t>
            </a:r>
          </a:p>
        </p:txBody>
      </p:sp>
      <p:sp>
        <p:nvSpPr>
          <p:cNvPr id="5" name="Barra título 1"/>
          <p:cNvSpPr/>
          <p:nvPr/>
        </p:nvSpPr>
        <p:spPr>
          <a:xfrm>
            <a:off x="751607" y="1146422"/>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Matriz Method Fit"/>
          <p:cNvGraphicFramePr>
            <a:graphicFrameLocks noGrp="1"/>
          </p:cNvGraphicFramePr>
          <p:nvPr/>
        </p:nvGraphicFramePr>
        <p:xfrm>
          <a:off x="728554" y="1330000"/>
          <a:ext cx="10735000" cy="2616240"/>
        </p:xfrm>
        <a:graphic>
          <a:graphicData uri="http://schemas.openxmlformats.org/drawingml/2006/table">
            <a:tbl>
              <a:tblPr>
                <a:tableStyleId>{5C22544A-7EE6-4342-B048-85BDC9FD1C3A}</a:tableStyleId>
              </a:tblPr>
              <a:tblGrid>
                <a:gridCol w="3400000">
                  <a:extLst>
                    <a:ext uri="{9D8B030D-6E8A-4147-A177-3AD203B41FA5}">
                      <a16:colId xmlns:a16="http://schemas.microsoft.com/office/drawing/2014/main" val="20000"/>
                    </a:ext>
                  </a:extLst>
                </a:gridCol>
                <a:gridCol w="1833750">
                  <a:extLst>
                    <a:ext uri="{9D8B030D-6E8A-4147-A177-3AD203B41FA5}">
                      <a16:colId xmlns:a16="http://schemas.microsoft.com/office/drawing/2014/main" val="20001"/>
                    </a:ext>
                  </a:extLst>
                </a:gridCol>
                <a:gridCol w="1833750">
                  <a:extLst>
                    <a:ext uri="{9D8B030D-6E8A-4147-A177-3AD203B41FA5}">
                      <a16:colId xmlns:a16="http://schemas.microsoft.com/office/drawing/2014/main" val="20002"/>
                    </a:ext>
                  </a:extLst>
                </a:gridCol>
                <a:gridCol w="1833750">
                  <a:extLst>
                    <a:ext uri="{9D8B030D-6E8A-4147-A177-3AD203B41FA5}">
                      <a16:colId xmlns:a16="http://schemas.microsoft.com/office/drawing/2014/main" val="20003"/>
                    </a:ext>
                  </a:extLst>
                </a:gridCol>
                <a:gridCol w="1833750">
                  <a:extLst>
                    <a:ext uri="{9D8B030D-6E8A-4147-A177-3AD203B41FA5}">
                      <a16:colId xmlns:a16="http://schemas.microsoft.com/office/drawing/2014/main" val="20004"/>
                    </a:ext>
                  </a:extLst>
                </a:gridCol>
              </a:tblGrid>
              <a:tr h="380000">
                <a:tc>
                  <a:txBody>
                    <a:bodyPr/>
                    <a:lstStyle/>
                    <a:p>
                      <a:pPr algn="l"/>
                      <a:r>
                        <a:rPr sz="1400" b="1">
                          <a:solidFill>
                            <a:srgbClr val="FFFFFF"/>
                          </a:solidFill>
                          <a:latin typeface="Arial"/>
                        </a:rPr>
                        <a:t>Criterion (weight)</a:t>
                      </a:r>
                    </a:p>
                  </a:txBody>
                  <a:tcPr marL="100000" marR="100000" marT="25000" marB="25000" anchor="ctr">
                    <a:solidFill>
                      <a:srgbClr val="1B3550"/>
                    </a:solidFill>
                  </a:tcPr>
                </a:tc>
                <a:tc>
                  <a:txBody>
                    <a:bodyPr/>
                    <a:lstStyle/>
                    <a:p>
                      <a:pPr algn="ctr"/>
                      <a:r>
                        <a:rPr sz="1300" b="1">
                          <a:solidFill>
                            <a:srgbClr val="FFFFFF"/>
                          </a:solidFill>
                          <a:latin typeface="Arial"/>
                        </a:rPr>
                        <a:t>Pure Experiment</a:t>
                      </a:r>
                    </a:p>
                  </a:txBody>
                  <a:tcPr marL="100000" marR="100000" marT="25000" marB="25000" anchor="ctr">
                    <a:solidFill>
                      <a:srgbClr val="1B3550"/>
                    </a:solidFill>
                  </a:tcPr>
                </a:tc>
                <a:tc>
                  <a:txBody>
                    <a:bodyPr/>
                    <a:lstStyle/>
                    <a:p>
                      <a:pPr algn="ctr"/>
                      <a:r>
                        <a:rPr sz="1300" b="1">
                          <a:solidFill>
                            <a:srgbClr val="FFFFFF"/>
                          </a:solidFill>
                          <a:latin typeface="Arial"/>
                        </a:rPr>
                        <a:t>Simulation</a:t>
                      </a:r>
                    </a:p>
                  </a:txBody>
                  <a:tcPr marL="100000" marR="100000" marT="25000" marB="25000" anchor="ctr">
                    <a:solidFill>
                      <a:srgbClr val="1B3550"/>
                    </a:solidFill>
                  </a:tcPr>
                </a:tc>
                <a:tc>
                  <a:txBody>
                    <a:bodyPr/>
                    <a:lstStyle/>
                    <a:p>
                      <a:pPr algn="ctr"/>
                      <a:r>
                        <a:rPr sz="1300" b="1">
                          <a:solidFill>
                            <a:srgbClr val="FFFFFF"/>
                          </a:solidFill>
                          <a:latin typeface="Arial"/>
                        </a:rPr>
                        <a:t>Mixed Methods</a:t>
                      </a:r>
                    </a:p>
                  </a:txBody>
                  <a:tcPr marL="100000" marR="100000" marT="25000" marB="25000" anchor="ctr">
                    <a:solidFill>
                      <a:srgbClr val="1B3550"/>
                    </a:solidFill>
                  </a:tcPr>
                </a:tc>
                <a:tc>
                  <a:txBody>
                    <a:bodyPr/>
                    <a:lstStyle/>
                    <a:p>
                      <a:pPr algn="ctr"/>
                      <a:r>
                        <a:rPr sz="1300" b="1">
                          <a:solidFill>
                            <a:srgbClr val="1B3550"/>
                          </a:solidFill>
                          <a:latin typeface="Arial"/>
                        </a:rPr>
                        <a:t>Design Science Research</a:t>
                      </a:r>
                    </a:p>
                  </a:txBody>
                  <a:tcPr marL="100000" marR="100000" marT="25000" marB="25000" anchor="ctr">
                    <a:solidFill>
                      <a:srgbClr val="97D700"/>
                    </a:solidFill>
                  </a:tcPr>
                </a:tc>
                <a:extLst>
                  <a:ext uri="{0D108BD9-81ED-4DB2-BD59-A6C34878D82A}">
                    <a16:rowId xmlns:a16="http://schemas.microsoft.com/office/drawing/2014/main" val="10000"/>
                  </a:ext>
                </a:extLst>
              </a:tr>
              <a:tr h="350000">
                <a:tc>
                  <a:txBody>
                    <a:bodyPr/>
                    <a:lstStyle/>
                    <a:p>
                      <a:pPr algn="l"/>
                      <a:r>
                        <a:rPr sz="1400" b="0">
                          <a:solidFill>
                            <a:srgbClr val="1B3550"/>
                          </a:solidFill>
                          <a:latin typeface="Arial"/>
                        </a:rPr>
                        <a:t>Epistemological Fit (30%)</a:t>
                      </a:r>
                    </a:p>
                  </a:txBody>
                  <a:tcPr marL="100000" marR="100000" marT="25000" marB="25000" anchor="ctr">
                    <a:solidFill>
                      <a:srgbClr val="F3F7FC"/>
                    </a:solidFill>
                  </a:tcPr>
                </a:tc>
                <a:tc>
                  <a:txBody>
                    <a:bodyPr/>
                    <a:lstStyle/>
                    <a:p>
                      <a:pPr algn="ctr"/>
                      <a:r>
                        <a:rPr sz="1600" b="1">
                          <a:solidFill>
                            <a:srgbClr val="8A5A00"/>
                          </a:solidFill>
                          <a:latin typeface="Arial"/>
                        </a:rPr>
                        <a:t>3/5</a:t>
                      </a:r>
                    </a:p>
                  </a:txBody>
                  <a:tcPr marL="100000" marR="100000" marT="25000" marB="25000" anchor="ctr">
                    <a:solidFill>
                      <a:srgbClr val="FFF1C9"/>
                    </a:solidFill>
                  </a:tcPr>
                </a:tc>
                <a:tc>
                  <a:txBody>
                    <a:bodyPr/>
                    <a:lstStyle/>
                    <a:p>
                      <a:pPr algn="ctr"/>
                      <a:r>
                        <a:rPr sz="1600" b="1">
                          <a:solidFill>
                            <a:srgbClr val="9B1C1C"/>
                          </a:solidFill>
                          <a:latin typeface="Arial"/>
                        </a:rPr>
                        <a:t>2/5</a:t>
                      </a:r>
                    </a:p>
                  </a:txBody>
                  <a:tcPr marL="100000" marR="100000" marT="25000" marB="25000" anchor="ctr">
                    <a:solidFill>
                      <a:srgbClr val="F8D7DA"/>
                    </a:solidFill>
                  </a:tcPr>
                </a:tc>
                <a:tc>
                  <a:txBody>
                    <a:bodyPr/>
                    <a:lstStyle/>
                    <a:p>
                      <a:pPr algn="ctr"/>
                      <a:r>
                        <a:rPr sz="1600" b="1">
                          <a:solidFill>
                            <a:srgbClr val="1E6B2A"/>
                          </a:solidFill>
                          <a:latin typeface="Arial"/>
                        </a:rPr>
                        <a:t>4/5</a:t>
                      </a:r>
                    </a:p>
                  </a:txBody>
                  <a:tcPr marL="100000" marR="100000" marT="25000" marB="25000" anchor="ctr">
                    <a:solidFill>
                      <a:srgbClr val="D9F2D0"/>
                    </a:solidFill>
                  </a:tcPr>
                </a:tc>
                <a:tc>
                  <a:txBody>
                    <a:bodyPr/>
                    <a:lstStyle/>
                    <a:p>
                      <a:pPr algn="ctr"/>
                      <a:r>
                        <a:rPr sz="1600" b="1">
                          <a:solidFill>
                            <a:srgbClr val="1E6B2A"/>
                          </a:solidFill>
                          <a:latin typeface="Arial"/>
                        </a:rPr>
                        <a:t>5/5</a:t>
                      </a:r>
                    </a:p>
                  </a:txBody>
                  <a:tcPr marL="100000" marR="100000" marT="25000" marB="25000" anchor="ctr">
                    <a:solidFill>
                      <a:srgbClr val="D9F2D0"/>
                    </a:solidFill>
                  </a:tcPr>
                </a:tc>
                <a:extLst>
                  <a:ext uri="{0D108BD9-81ED-4DB2-BD59-A6C34878D82A}">
                    <a16:rowId xmlns:a16="http://schemas.microsoft.com/office/drawing/2014/main" val="10001"/>
                  </a:ext>
                </a:extLst>
              </a:tr>
              <a:tr h="350000">
                <a:tc>
                  <a:txBody>
                    <a:bodyPr/>
                    <a:lstStyle/>
                    <a:p>
                      <a:pPr algn="l"/>
                      <a:r>
                        <a:rPr sz="1400" b="0">
                          <a:solidFill>
                            <a:srgbClr val="1B3550"/>
                          </a:solidFill>
                          <a:latin typeface="Arial"/>
                        </a:rPr>
                        <a:t>Data Feasibility (20%)</a:t>
                      </a:r>
                    </a:p>
                  </a:txBody>
                  <a:tcPr marL="100000" marR="100000" marT="25000" marB="25000" anchor="ctr">
                    <a:solidFill>
                      <a:srgbClr val="F3F7FC"/>
                    </a:solidFill>
                  </a:tcPr>
                </a:tc>
                <a:tc>
                  <a:txBody>
                    <a:bodyPr/>
                    <a:lstStyle/>
                    <a:p>
                      <a:pPr algn="ctr"/>
                      <a:r>
                        <a:rPr sz="1600" b="1">
                          <a:solidFill>
                            <a:srgbClr val="9B1C1C"/>
                          </a:solidFill>
                          <a:latin typeface="Arial"/>
                        </a:rPr>
                        <a:t>2/5</a:t>
                      </a:r>
                    </a:p>
                  </a:txBody>
                  <a:tcPr marL="100000" marR="100000" marT="25000" marB="25000" anchor="ctr">
                    <a:solidFill>
                      <a:srgbClr val="F8D7DA"/>
                    </a:solidFill>
                  </a:tcPr>
                </a:tc>
                <a:tc>
                  <a:txBody>
                    <a:bodyPr/>
                    <a:lstStyle/>
                    <a:p>
                      <a:pPr algn="ctr"/>
                      <a:r>
                        <a:rPr sz="1600" b="1">
                          <a:solidFill>
                            <a:srgbClr val="8A5A00"/>
                          </a:solidFill>
                          <a:latin typeface="Arial"/>
                        </a:rPr>
                        <a:t>3/5</a:t>
                      </a:r>
                    </a:p>
                  </a:txBody>
                  <a:tcPr marL="100000" marR="100000" marT="25000" marB="25000" anchor="ctr">
                    <a:solidFill>
                      <a:srgbClr val="FFF1C9"/>
                    </a:solidFill>
                  </a:tcPr>
                </a:tc>
                <a:tc>
                  <a:txBody>
                    <a:bodyPr/>
                    <a:lstStyle/>
                    <a:p>
                      <a:pPr algn="ctr"/>
                      <a:r>
                        <a:rPr sz="1600" b="1">
                          <a:solidFill>
                            <a:srgbClr val="8A5A00"/>
                          </a:solidFill>
                          <a:latin typeface="Arial"/>
                        </a:rPr>
                        <a:t>3/5</a:t>
                      </a:r>
                    </a:p>
                  </a:txBody>
                  <a:tcPr marL="100000" marR="100000" marT="25000" marB="25000" anchor="ctr">
                    <a:solidFill>
                      <a:srgbClr val="FFF1C9"/>
                    </a:solidFill>
                  </a:tcPr>
                </a:tc>
                <a:tc>
                  <a:txBody>
                    <a:bodyPr/>
                    <a:lstStyle/>
                    <a:p>
                      <a:pPr algn="ctr"/>
                      <a:r>
                        <a:rPr sz="1600" b="1">
                          <a:solidFill>
                            <a:srgbClr val="1E6B2A"/>
                          </a:solidFill>
                          <a:latin typeface="Arial"/>
                        </a:rPr>
                        <a:t>4/5</a:t>
                      </a:r>
                    </a:p>
                  </a:txBody>
                  <a:tcPr marL="100000" marR="100000" marT="25000" marB="25000" anchor="ctr">
                    <a:solidFill>
                      <a:srgbClr val="D9F2D0"/>
                    </a:solidFill>
                  </a:tcPr>
                </a:tc>
                <a:extLst>
                  <a:ext uri="{0D108BD9-81ED-4DB2-BD59-A6C34878D82A}">
                    <a16:rowId xmlns:a16="http://schemas.microsoft.com/office/drawing/2014/main" val="10002"/>
                  </a:ext>
                </a:extLst>
              </a:tr>
              <a:tr h="350000">
                <a:tc>
                  <a:txBody>
                    <a:bodyPr/>
                    <a:lstStyle/>
                    <a:p>
                      <a:pPr algn="l"/>
                      <a:r>
                        <a:rPr sz="1400" b="0">
                          <a:solidFill>
                            <a:srgbClr val="1B3550"/>
                          </a:solidFill>
                          <a:latin typeface="Arial"/>
                        </a:rPr>
                        <a:t>Feasibility (15%)</a:t>
                      </a:r>
                    </a:p>
                  </a:txBody>
                  <a:tcPr marL="100000" marR="100000" marT="25000" marB="25000" anchor="ctr">
                    <a:solidFill>
                      <a:srgbClr val="F3F7FC"/>
                    </a:solidFill>
                  </a:tcPr>
                </a:tc>
                <a:tc>
                  <a:txBody>
                    <a:bodyPr/>
                    <a:lstStyle/>
                    <a:p>
                      <a:pPr algn="ctr"/>
                      <a:r>
                        <a:rPr sz="1600" b="1">
                          <a:solidFill>
                            <a:srgbClr val="9B1C1C"/>
                          </a:solidFill>
                          <a:latin typeface="Arial"/>
                        </a:rPr>
                        <a:t>2/5</a:t>
                      </a:r>
                    </a:p>
                  </a:txBody>
                  <a:tcPr marL="100000" marR="100000" marT="25000" marB="25000" anchor="ctr">
                    <a:solidFill>
                      <a:srgbClr val="F8D7DA"/>
                    </a:solidFill>
                  </a:tcPr>
                </a:tc>
                <a:tc>
                  <a:txBody>
                    <a:bodyPr/>
                    <a:lstStyle/>
                    <a:p>
                      <a:pPr algn="ctr"/>
                      <a:r>
                        <a:rPr sz="1600" b="1">
                          <a:solidFill>
                            <a:srgbClr val="8A5A00"/>
                          </a:solidFill>
                          <a:latin typeface="Arial"/>
                        </a:rPr>
                        <a:t>3/5</a:t>
                      </a:r>
                    </a:p>
                  </a:txBody>
                  <a:tcPr marL="100000" marR="100000" marT="25000" marB="25000" anchor="ctr">
                    <a:solidFill>
                      <a:srgbClr val="FFF1C9"/>
                    </a:solidFill>
                  </a:tcPr>
                </a:tc>
                <a:tc>
                  <a:txBody>
                    <a:bodyPr/>
                    <a:lstStyle/>
                    <a:p>
                      <a:pPr algn="ctr"/>
                      <a:r>
                        <a:rPr sz="1600" b="1">
                          <a:solidFill>
                            <a:srgbClr val="8A5A00"/>
                          </a:solidFill>
                          <a:latin typeface="Arial"/>
                        </a:rPr>
                        <a:t>3/5</a:t>
                      </a:r>
                    </a:p>
                  </a:txBody>
                  <a:tcPr marL="100000" marR="100000" marT="25000" marB="25000" anchor="ctr">
                    <a:solidFill>
                      <a:srgbClr val="FFF1C9"/>
                    </a:solidFill>
                  </a:tcPr>
                </a:tc>
                <a:tc>
                  <a:txBody>
                    <a:bodyPr/>
                    <a:lstStyle/>
                    <a:p>
                      <a:pPr algn="ctr"/>
                      <a:r>
                        <a:rPr sz="1600" b="1">
                          <a:solidFill>
                            <a:srgbClr val="1E6B2A"/>
                          </a:solidFill>
                          <a:latin typeface="Arial"/>
                        </a:rPr>
                        <a:t>4/5</a:t>
                      </a:r>
                    </a:p>
                  </a:txBody>
                  <a:tcPr marL="100000" marR="100000" marT="25000" marB="25000" anchor="ctr">
                    <a:solidFill>
                      <a:srgbClr val="D9F2D0"/>
                    </a:solidFill>
                  </a:tcPr>
                </a:tc>
                <a:extLst>
                  <a:ext uri="{0D108BD9-81ED-4DB2-BD59-A6C34878D82A}">
                    <a16:rowId xmlns:a16="http://schemas.microsoft.com/office/drawing/2014/main" val="10003"/>
                  </a:ext>
                </a:extLst>
              </a:tr>
              <a:tr h="350000">
                <a:tc>
                  <a:txBody>
                    <a:bodyPr/>
                    <a:lstStyle/>
                    <a:p>
                      <a:pPr algn="l"/>
                      <a:r>
                        <a:rPr sz="1400" b="0">
                          <a:solidFill>
                            <a:srgbClr val="1B3550"/>
                          </a:solidFill>
                          <a:latin typeface="Arial"/>
                        </a:rPr>
                        <a:t>Contribution (20%)</a:t>
                      </a:r>
                    </a:p>
                  </a:txBody>
                  <a:tcPr marL="100000" marR="100000" marT="25000" marB="25000" anchor="ctr">
                    <a:solidFill>
                      <a:srgbClr val="F3F7FC"/>
                    </a:solidFill>
                  </a:tcPr>
                </a:tc>
                <a:tc>
                  <a:txBody>
                    <a:bodyPr/>
                    <a:lstStyle/>
                    <a:p>
                      <a:pPr algn="ctr"/>
                      <a:r>
                        <a:rPr sz="1600" b="1">
                          <a:solidFill>
                            <a:srgbClr val="9B1C1C"/>
                          </a:solidFill>
                          <a:latin typeface="Arial"/>
                        </a:rPr>
                        <a:t>2/5</a:t>
                      </a:r>
                    </a:p>
                  </a:txBody>
                  <a:tcPr marL="100000" marR="100000" marT="25000" marB="25000" anchor="ctr">
                    <a:solidFill>
                      <a:srgbClr val="F8D7DA"/>
                    </a:solidFill>
                  </a:tcPr>
                </a:tc>
                <a:tc>
                  <a:txBody>
                    <a:bodyPr/>
                    <a:lstStyle/>
                    <a:p>
                      <a:pPr algn="ctr"/>
                      <a:r>
                        <a:rPr sz="1600" b="1">
                          <a:solidFill>
                            <a:srgbClr val="9B1C1C"/>
                          </a:solidFill>
                          <a:latin typeface="Arial"/>
                        </a:rPr>
                        <a:t>2/5</a:t>
                      </a:r>
                    </a:p>
                  </a:txBody>
                  <a:tcPr marL="100000" marR="100000" marT="25000" marB="25000" anchor="ctr">
                    <a:solidFill>
                      <a:srgbClr val="F8D7DA"/>
                    </a:solidFill>
                  </a:tcPr>
                </a:tc>
                <a:tc>
                  <a:txBody>
                    <a:bodyPr/>
                    <a:lstStyle/>
                    <a:p>
                      <a:pPr algn="ctr"/>
                      <a:r>
                        <a:rPr sz="1600" b="1">
                          <a:solidFill>
                            <a:srgbClr val="1E6B2A"/>
                          </a:solidFill>
                          <a:latin typeface="Arial"/>
                        </a:rPr>
                        <a:t>4/5</a:t>
                      </a:r>
                    </a:p>
                  </a:txBody>
                  <a:tcPr marL="100000" marR="100000" marT="25000" marB="25000" anchor="ctr">
                    <a:solidFill>
                      <a:srgbClr val="D9F2D0"/>
                    </a:solidFill>
                  </a:tcPr>
                </a:tc>
                <a:tc>
                  <a:txBody>
                    <a:bodyPr/>
                    <a:lstStyle/>
                    <a:p>
                      <a:pPr algn="ctr"/>
                      <a:r>
                        <a:rPr sz="1600" b="1">
                          <a:solidFill>
                            <a:srgbClr val="1E6B2A"/>
                          </a:solidFill>
                          <a:latin typeface="Arial"/>
                        </a:rPr>
                        <a:t>5/5</a:t>
                      </a:r>
                    </a:p>
                  </a:txBody>
                  <a:tcPr marL="100000" marR="100000" marT="25000" marB="25000" anchor="ctr">
                    <a:solidFill>
                      <a:srgbClr val="D9F2D0"/>
                    </a:solidFill>
                  </a:tcPr>
                </a:tc>
                <a:extLst>
                  <a:ext uri="{0D108BD9-81ED-4DB2-BD59-A6C34878D82A}">
                    <a16:rowId xmlns:a16="http://schemas.microsoft.com/office/drawing/2014/main" val="10004"/>
                  </a:ext>
                </a:extLst>
              </a:tr>
              <a:tr h="350000">
                <a:tc>
                  <a:txBody>
                    <a:bodyPr/>
                    <a:lstStyle/>
                    <a:p>
                      <a:pPr algn="l"/>
                      <a:r>
                        <a:rPr sz="1400" b="0">
                          <a:solidFill>
                            <a:srgbClr val="1B3550"/>
                          </a:solidFill>
                          <a:latin typeface="Arial"/>
                        </a:rPr>
                        <a:t>Venue Fit (15%)</a:t>
                      </a:r>
                    </a:p>
                  </a:txBody>
                  <a:tcPr marL="100000" marR="100000" marT="25000" marB="25000" anchor="ctr">
                    <a:solidFill>
                      <a:srgbClr val="F3F7FC"/>
                    </a:solidFill>
                  </a:tcPr>
                </a:tc>
                <a:tc>
                  <a:txBody>
                    <a:bodyPr/>
                    <a:lstStyle/>
                    <a:p>
                      <a:pPr algn="ctr"/>
                      <a:r>
                        <a:rPr sz="1600" b="1">
                          <a:solidFill>
                            <a:srgbClr val="8A5A00"/>
                          </a:solidFill>
                          <a:latin typeface="Arial"/>
                        </a:rPr>
                        <a:t>3/5</a:t>
                      </a:r>
                    </a:p>
                  </a:txBody>
                  <a:tcPr marL="100000" marR="100000" marT="25000" marB="25000" anchor="ctr">
                    <a:solidFill>
                      <a:srgbClr val="FFF1C9"/>
                    </a:solidFill>
                  </a:tcPr>
                </a:tc>
                <a:tc>
                  <a:txBody>
                    <a:bodyPr/>
                    <a:lstStyle/>
                    <a:p>
                      <a:pPr algn="ctr"/>
                      <a:r>
                        <a:rPr sz="1600" b="1">
                          <a:solidFill>
                            <a:srgbClr val="8A5A00"/>
                          </a:solidFill>
                          <a:latin typeface="Arial"/>
                        </a:rPr>
                        <a:t>3/5</a:t>
                      </a:r>
                    </a:p>
                  </a:txBody>
                  <a:tcPr marL="100000" marR="100000" marT="25000" marB="25000" anchor="ctr">
                    <a:solidFill>
                      <a:srgbClr val="FFF1C9"/>
                    </a:solidFill>
                  </a:tcPr>
                </a:tc>
                <a:tc>
                  <a:txBody>
                    <a:bodyPr/>
                    <a:lstStyle/>
                    <a:p>
                      <a:pPr algn="ctr"/>
                      <a:r>
                        <a:rPr sz="1600" b="1">
                          <a:solidFill>
                            <a:srgbClr val="1E6B2A"/>
                          </a:solidFill>
                          <a:latin typeface="Arial"/>
                        </a:rPr>
                        <a:t>4/5</a:t>
                      </a:r>
                    </a:p>
                  </a:txBody>
                  <a:tcPr marL="100000" marR="100000" marT="25000" marB="25000" anchor="ctr">
                    <a:solidFill>
                      <a:srgbClr val="D9F2D0"/>
                    </a:solidFill>
                  </a:tcPr>
                </a:tc>
                <a:tc>
                  <a:txBody>
                    <a:bodyPr/>
                    <a:lstStyle/>
                    <a:p>
                      <a:pPr algn="ctr"/>
                      <a:r>
                        <a:rPr sz="1600" b="1">
                          <a:solidFill>
                            <a:srgbClr val="1E6B2A"/>
                          </a:solidFill>
                          <a:latin typeface="Arial"/>
                        </a:rPr>
                        <a:t>5/5</a:t>
                      </a:r>
                    </a:p>
                  </a:txBody>
                  <a:tcPr marL="100000" marR="100000" marT="25000" marB="25000" anchor="ctr">
                    <a:solidFill>
                      <a:srgbClr val="D9F2D0"/>
                    </a:solidFill>
                  </a:tcPr>
                </a:tc>
                <a:extLst>
                  <a:ext uri="{0D108BD9-81ED-4DB2-BD59-A6C34878D82A}">
                    <a16:rowId xmlns:a16="http://schemas.microsoft.com/office/drawing/2014/main" val="10005"/>
                  </a:ext>
                </a:extLst>
              </a:tr>
              <a:tr h="420000">
                <a:tc>
                  <a:txBody>
                    <a:bodyPr/>
                    <a:lstStyle/>
                    <a:p>
                      <a:pPr algn="l"/>
                      <a:r>
                        <a:rPr sz="1400" b="1">
                          <a:solidFill>
                            <a:srgbClr val="1B3550"/>
                          </a:solidFill>
                          <a:latin typeface="Arial"/>
                        </a:rPr>
                        <a:t>Weighted total</a:t>
                      </a:r>
                    </a:p>
                  </a:txBody>
                  <a:tcPr marL="100000" marR="100000" marT="25000" marB="25000" anchor="ctr">
                    <a:solidFill>
                      <a:srgbClr val="DCE6F5"/>
                    </a:solidFill>
                  </a:tcPr>
                </a:tc>
                <a:tc>
                  <a:txBody>
                    <a:bodyPr/>
                    <a:lstStyle/>
                    <a:p>
                      <a:pPr algn="ctr"/>
                      <a:r>
                        <a:rPr sz="1600" b="1">
                          <a:solidFill>
                            <a:srgbClr val="1B3550"/>
                          </a:solidFill>
                          <a:latin typeface="Arial"/>
                        </a:rPr>
                        <a:t>2.45 / 5</a:t>
                      </a:r>
                    </a:p>
                  </a:txBody>
                  <a:tcPr marL="100000" marR="100000" marT="25000" marB="25000" anchor="ctr">
                    <a:solidFill>
                      <a:srgbClr val="DCE6F5"/>
                    </a:solidFill>
                  </a:tcPr>
                </a:tc>
                <a:tc>
                  <a:txBody>
                    <a:bodyPr/>
                    <a:lstStyle/>
                    <a:p>
                      <a:pPr algn="ctr"/>
                      <a:r>
                        <a:rPr sz="1600" b="1">
                          <a:solidFill>
                            <a:srgbClr val="1B3550"/>
                          </a:solidFill>
                          <a:latin typeface="Arial"/>
                        </a:rPr>
                        <a:t>2.50 / 5</a:t>
                      </a:r>
                    </a:p>
                  </a:txBody>
                  <a:tcPr marL="100000" marR="100000" marT="25000" marB="25000" anchor="ctr">
                    <a:solidFill>
                      <a:srgbClr val="DCE6F5"/>
                    </a:solidFill>
                  </a:tcPr>
                </a:tc>
                <a:tc>
                  <a:txBody>
                    <a:bodyPr/>
                    <a:lstStyle/>
                    <a:p>
                      <a:pPr algn="ctr"/>
                      <a:r>
                        <a:rPr sz="1600" b="1">
                          <a:solidFill>
                            <a:srgbClr val="1B3550"/>
                          </a:solidFill>
                          <a:latin typeface="Arial"/>
                        </a:rPr>
                        <a:t>3.65 / 5</a:t>
                      </a:r>
                    </a:p>
                  </a:txBody>
                  <a:tcPr marL="100000" marR="100000" marT="25000" marB="25000" anchor="ctr">
                    <a:solidFill>
                      <a:srgbClr val="DCE6F5"/>
                    </a:solidFill>
                  </a:tcPr>
                </a:tc>
                <a:tc>
                  <a:txBody>
                    <a:bodyPr/>
                    <a:lstStyle/>
                    <a:p>
                      <a:pPr algn="ctr"/>
                      <a:r>
                        <a:rPr sz="1600" b="1">
                          <a:solidFill>
                            <a:srgbClr val="FFFFFF"/>
                          </a:solidFill>
                          <a:latin typeface="Arial"/>
                        </a:rPr>
                        <a:t>4.65 / 5</a:t>
                      </a:r>
                    </a:p>
                  </a:txBody>
                  <a:tcPr marL="100000" marR="100000" marT="25000" marB="25000" anchor="ctr">
                    <a:solidFill>
                      <a:srgbClr val="1248A9"/>
                    </a:solidFill>
                  </a:tcPr>
                </a:tc>
                <a:extLst>
                  <a:ext uri="{0D108BD9-81ED-4DB2-BD59-A6C34878D82A}">
                    <a16:rowId xmlns:a16="http://schemas.microsoft.com/office/drawing/2014/main" val="10006"/>
                  </a:ext>
                </a:extLst>
              </a:tr>
            </a:tbl>
          </a:graphicData>
        </a:graphic>
      </p:graphicFrame>
      <p:sp>
        <p:nvSpPr>
          <p:cNvPr id="7" name="Encabezado decisión"/>
          <p:cNvSpPr txBox="1"/>
          <p:nvPr/>
        </p:nvSpPr>
        <p:spPr>
          <a:xfrm>
            <a:off x="641470" y="3960000"/>
            <a:ext cx="6188615" cy="553998"/>
          </a:xfrm>
          <a:prstGeom prst="rect">
            <a:avLst/>
          </a:prstGeom>
          <a:noFill/>
        </p:spPr>
        <p:txBody>
          <a:bodyPr wrap="square" rtlCol="0">
            <a:spAutoFit/>
          </a:bodyPr>
          <a:lstStyle>
            <a:defPPr>
              <a:defRPr lang="en-US"/>
            </a:defPPr>
            <a:lvl1pPr>
              <a:defRPr sz="3000" b="1"/>
            </a:lvl1pPr>
          </a:lstStyle>
          <a:p>
            <a:r>
              <a:rPr lang="es-PE" b="1" dirty="0"/>
              <a:t>Decision</a:t>
            </a:r>
          </a:p>
        </p:txBody>
      </p:sp>
      <p:sp>
        <p:nvSpPr>
          <p:cNvPr id="8" name="Barra título 2"/>
          <p:cNvSpPr/>
          <p:nvPr/>
        </p:nvSpPr>
        <p:spPr>
          <a:xfrm>
            <a:off x="641470" y="4491998"/>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Decisión"/>
          <p:cNvSpPr/>
          <p:nvPr/>
        </p:nvSpPr>
        <p:spPr>
          <a:xfrm>
            <a:off x="728554" y="4640000"/>
            <a:ext cx="10735000" cy="1380000"/>
          </a:xfrm>
          <a:prstGeom prst="roundRect">
            <a:avLst>
              <a:gd name="adj" fmla="val 6000"/>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wrap="square" lIns="300000" tIns="150000" rIns="300000" bIns="150000" rtlCol="0" anchor="ctr"/>
          <a:lstStyle/>
          <a:p>
            <a:pPr>
              <a:spcAft>
                <a:spcPts val="600"/>
              </a:spcAft>
            </a:pPr>
            <a:r>
              <a:rPr lang="en-US" sz="2000" b="1" dirty="0">
                <a:solidFill>
                  <a:schemeClr val="tx2"/>
                </a:solidFill>
                <a:latin typeface="Arial" panose="020B0604020202020204" pitchFamily="34" charset="0"/>
                <a:cs typeface="Arial" panose="020B0604020202020204" pitchFamily="34" charset="0"/>
              </a:rPr>
              <a:t>Design Science Research is selected as the primary method (4.65/5). </a:t>
            </a:r>
            <a:r>
              <a:rPr lang="en-US" sz="2000" dirty="0">
                <a:solidFill>
                  <a:schemeClr val="tx2"/>
                </a:solidFill>
                <a:latin typeface="Arial" panose="020B0604020202020204" pitchFamily="34" charset="0"/>
                <a:cs typeface="Arial" panose="020B0604020202020204" pitchFamily="34" charset="0"/>
              </a:rPr>
              <a:t>Pure Experiment and Simulation are eliminated by the gate rule (≤2 on a critical criterion); Mixed Methods remains an evaluation strategy embedded within DSR.</a:t>
            </a:r>
          </a:p>
        </p:txBody>
      </p:sp>
      <p:sp>
        <p:nvSpPr>
          <p:cNvPr id="10" name="Nota"/>
          <p:cNvSpPr txBox="1"/>
          <p:nvPr/>
        </p:nvSpPr>
        <p:spPr>
          <a:xfrm>
            <a:off x="728554" y="6150000"/>
            <a:ext cx="10735000" cy="230000"/>
          </a:xfrm>
          <a:prstGeom prst="rect">
            <a:avLst/>
          </a:prstGeom>
          <a:noFill/>
        </p:spPr>
        <p:txBody>
          <a:bodyPr wrap="square" lIns="0" tIns="0" rIns="0" bIns="0" anchor="t"/>
          <a:lstStyle/>
          <a:p>
            <a:r>
              <a:rPr sz="1100" b="0" i="1">
                <a:solidFill>
                  <a:srgbClr val="5B6B7C"/>
                </a:solidFill>
                <a:latin typeface="Arial"/>
              </a:rPr>
              <a:t>Color: red ≤2 · amber 3 · green ≥4. Source: Session 2 deliverable, Method Fit Matrix.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sesión 3"/>
          <p:cNvSpPr txBox="1"/>
          <p:nvPr/>
        </p:nvSpPr>
        <p:spPr>
          <a:xfrm>
            <a:off x="528552" y="156423"/>
            <a:ext cx="10735000" cy="430887"/>
          </a:xfrm>
          <a:prstGeom prst="rect">
            <a:avLst/>
          </a:prstGeom>
          <a:noFill/>
        </p:spPr>
        <p:txBody>
          <a:bodyPr wrap="square" lIns="0" tIns="0" rIns="0" bIns="0" anchor="ctr">
            <a:spAutoFit/>
          </a:bodyPr>
          <a:lstStyle/>
          <a:p>
            <a:r>
              <a:rPr lang="es-PE" sz="2800" b="1" dirty="0">
                <a:solidFill>
                  <a:schemeClr val="bg1"/>
                </a:solidFill>
                <a:latin typeface="Arial"/>
              </a:rPr>
              <a:t>Research Protocol Development</a:t>
            </a:r>
            <a:endParaRPr sz="2800" b="1" i="0" dirty="0">
              <a:solidFill>
                <a:schemeClr val="bg1"/>
              </a:solidFill>
              <a:latin typeface="Arial"/>
            </a:endParaRPr>
          </a:p>
        </p:txBody>
      </p:sp>
      <p:graphicFrame>
        <p:nvGraphicFramePr>
          <p:cNvPr id="3" name="Pestañas"/>
          <p:cNvGraphicFramePr>
            <a:graphicFrameLocks noGrp="1"/>
          </p:cNvGraphicFramePr>
          <p:nvPr>
            <p:extLst>
              <p:ext uri="{D42A27DB-BD31-4B8C-83A1-F6EECF244321}">
                <p14:modId xmlns:p14="http://schemas.microsoft.com/office/powerpoint/2010/main" val="2775742374"/>
              </p:ext>
            </p:extLst>
          </p:nvPr>
        </p:nvGraphicFramePr>
        <p:xfrm>
          <a:off x="9376228" y="312383"/>
          <a:ext cx="2554515" cy="370840"/>
        </p:xfrm>
        <a:graphic>
          <a:graphicData uri="http://schemas.openxmlformats.org/drawingml/2006/table">
            <a:tbl>
              <a:tblPr firstRow="1" bandRow="1">
                <a:tableStyleId>{5C22544A-7EE6-4342-B048-85BDC9FD1C3A}</a:tableStyleId>
              </a:tblPr>
              <a:tblGrid>
                <a:gridCol w="510903">
                  <a:extLst>
                    <a:ext uri="{9D8B030D-6E8A-4147-A177-3AD203B41FA5}">
                      <a16:colId xmlns:a16="http://schemas.microsoft.com/office/drawing/2014/main" val="1171444792"/>
                    </a:ext>
                  </a:extLst>
                </a:gridCol>
                <a:gridCol w="510903">
                  <a:extLst>
                    <a:ext uri="{9D8B030D-6E8A-4147-A177-3AD203B41FA5}">
                      <a16:colId xmlns:a16="http://schemas.microsoft.com/office/drawing/2014/main" val="3809176907"/>
                    </a:ext>
                  </a:extLst>
                </a:gridCol>
                <a:gridCol w="510903">
                  <a:extLst>
                    <a:ext uri="{9D8B030D-6E8A-4147-A177-3AD203B41FA5}">
                      <a16:colId xmlns:a16="http://schemas.microsoft.com/office/drawing/2014/main" val="3870348928"/>
                    </a:ext>
                  </a:extLst>
                </a:gridCol>
                <a:gridCol w="510903">
                  <a:extLst>
                    <a:ext uri="{9D8B030D-6E8A-4147-A177-3AD203B41FA5}">
                      <a16:colId xmlns:a16="http://schemas.microsoft.com/office/drawing/2014/main" val="3533880193"/>
                    </a:ext>
                  </a:extLst>
                </a:gridCol>
                <a:gridCol w="510903">
                  <a:extLst>
                    <a:ext uri="{9D8B030D-6E8A-4147-A177-3AD203B41FA5}">
                      <a16:colId xmlns:a16="http://schemas.microsoft.com/office/drawing/2014/main" val="140826828"/>
                    </a:ext>
                  </a:extLst>
                </a:gridCol>
              </a:tblGrid>
              <a:tr h="370840">
                <a:tc>
                  <a:txBody>
                    <a:bodyPr/>
                    <a:lstStyle/>
                    <a:p>
                      <a:pPr algn="ctr"/>
                      <a:r>
                        <a:rPr lang="es-PE" dirty="0"/>
                        <a:t>1</a:t>
                      </a:r>
                    </a:p>
                  </a:txBody>
                  <a:tcPr>
                    <a:solidFill>
                      <a:schemeClr val="bg1">
                        <a:lumMod val="75000"/>
                      </a:schemeClr>
                    </a:solidFill>
                  </a:tcPr>
                </a:tc>
                <a:tc>
                  <a:txBody>
                    <a:bodyPr/>
                    <a:lstStyle/>
                    <a:p>
                      <a:pPr algn="ctr"/>
                      <a:r>
                        <a:rPr lang="es-PE" dirty="0"/>
                        <a:t>2</a:t>
                      </a:r>
                    </a:p>
                  </a:txBody>
                  <a:tcPr>
                    <a:solidFill>
                      <a:schemeClr val="bg1">
                        <a:lumMod val="75000"/>
                      </a:schemeClr>
                    </a:solidFill>
                  </a:tcPr>
                </a:tc>
                <a:tc>
                  <a:txBody>
                    <a:bodyPr/>
                    <a:lstStyle/>
                    <a:p>
                      <a:pPr algn="ctr"/>
                      <a:r>
                        <a:rPr lang="es-PE" dirty="0"/>
                        <a:t>3</a:t>
                      </a:r>
                    </a:p>
                  </a:txBody>
                  <a:tcPr/>
                </a:tc>
                <a:tc>
                  <a:txBody>
                    <a:bodyPr/>
                    <a:lstStyle/>
                    <a:p>
                      <a:pPr algn="ctr"/>
                      <a:r>
                        <a:rPr lang="es-PE" dirty="0"/>
                        <a:t>4</a:t>
                      </a:r>
                    </a:p>
                  </a:txBody>
                  <a:tcPr>
                    <a:solidFill>
                      <a:schemeClr val="bg1">
                        <a:lumMod val="75000"/>
                      </a:schemeClr>
                    </a:solidFill>
                  </a:tcPr>
                </a:tc>
                <a:tc>
                  <a:txBody>
                    <a:bodyPr/>
                    <a:lstStyle/>
                    <a:p>
                      <a:pPr algn="ctr"/>
                      <a:r>
                        <a:rPr lang="es-PE" dirty="0"/>
                        <a:t>5</a:t>
                      </a:r>
                    </a:p>
                  </a:txBody>
                  <a:tcPr>
                    <a:solidFill>
                      <a:schemeClr val="bg1">
                        <a:lumMod val="75000"/>
                      </a:schemeClr>
                    </a:solidFill>
                  </a:tcPr>
                </a:tc>
                <a:extLst>
                  <a:ext uri="{0D108BD9-81ED-4DB2-BD59-A6C34878D82A}">
                    <a16:rowId xmlns:a16="http://schemas.microsoft.com/office/drawing/2014/main" val="1432428830"/>
                  </a:ext>
                </a:extLst>
              </a:tr>
            </a:tbl>
          </a:graphicData>
        </a:graphic>
      </p:graphicFrame>
      <p:sp>
        <p:nvSpPr>
          <p:cNvPr id="4" name="Encabezado ciclo"/>
          <p:cNvSpPr txBox="1"/>
          <p:nvPr/>
        </p:nvSpPr>
        <p:spPr>
          <a:xfrm>
            <a:off x="728500" y="1913012"/>
            <a:ext cx="10735000" cy="553998"/>
          </a:xfrm>
          <a:prstGeom prst="rect">
            <a:avLst/>
          </a:prstGeom>
          <a:noFill/>
        </p:spPr>
        <p:txBody>
          <a:bodyPr wrap="square" rtlCol="0">
            <a:spAutoFit/>
          </a:bodyPr>
          <a:lstStyle/>
          <a:p>
            <a:r>
              <a:rPr lang="es-PE" sz="3000" b="1" dirty="0"/>
              <a:t>DSR cycle: 6 activities, 3 years</a:t>
            </a:r>
          </a:p>
        </p:txBody>
      </p:sp>
      <p:sp>
        <p:nvSpPr>
          <p:cNvPr id="5" name="Barra título 1"/>
          <p:cNvSpPr/>
          <p:nvPr/>
        </p:nvSpPr>
        <p:spPr>
          <a:xfrm>
            <a:off x="728500" y="2413468"/>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Actividad 1"/>
          <p:cNvSpPr/>
          <p:nvPr/>
        </p:nvSpPr>
        <p:spPr>
          <a:xfrm>
            <a:off x="815638" y="2626587"/>
            <a:ext cx="1755833" cy="900000"/>
          </a:xfrm>
          <a:prstGeom prst="homePlate">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90000" rIns="120000" bIns="30000" rtlCol="0" anchor="t"/>
          <a:lstStyle/>
          <a:p>
            <a:pPr algn="l"/>
            <a:r>
              <a:rPr sz="1800" b="1">
                <a:solidFill>
                  <a:srgbClr val="97D700"/>
                </a:solidFill>
                <a:latin typeface="Arial"/>
              </a:rPr>
              <a:t>1</a:t>
            </a:r>
          </a:p>
          <a:p>
            <a:pPr algn="l"/>
            <a:r>
              <a:rPr sz="1200" b="1">
                <a:solidFill>
                  <a:srgbClr val="FFFFFF"/>
                </a:solidFill>
                <a:latin typeface="Arial"/>
              </a:rPr>
              <a:t>Problem identification</a:t>
            </a:r>
          </a:p>
        </p:txBody>
      </p:sp>
      <p:sp>
        <p:nvSpPr>
          <p:cNvPr id="7" name="Actividad 2"/>
          <p:cNvSpPr/>
          <p:nvPr/>
        </p:nvSpPr>
        <p:spPr>
          <a:xfrm>
            <a:off x="2611471" y="2626587"/>
            <a:ext cx="1755833" cy="900000"/>
          </a:xfrm>
          <a:prstGeom prst="homePlate">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90000" rIns="120000" bIns="30000" rtlCol="0" anchor="t"/>
          <a:lstStyle/>
          <a:p>
            <a:pPr algn="l"/>
            <a:r>
              <a:rPr sz="1800" b="1">
                <a:solidFill>
                  <a:srgbClr val="97D700"/>
                </a:solidFill>
                <a:latin typeface="Arial"/>
              </a:rPr>
              <a:t>2</a:t>
            </a:r>
          </a:p>
          <a:p>
            <a:pPr algn="l"/>
            <a:r>
              <a:rPr sz="1200" b="1">
                <a:solidFill>
                  <a:srgbClr val="FFFFFF"/>
                </a:solidFill>
                <a:latin typeface="Arial"/>
              </a:rPr>
              <a:t>Solution objectives</a:t>
            </a:r>
          </a:p>
        </p:txBody>
      </p:sp>
      <p:sp>
        <p:nvSpPr>
          <p:cNvPr id="8" name="Actividad 3"/>
          <p:cNvSpPr/>
          <p:nvPr/>
        </p:nvSpPr>
        <p:spPr>
          <a:xfrm>
            <a:off x="4407304" y="2626587"/>
            <a:ext cx="1755833" cy="900000"/>
          </a:xfrm>
          <a:prstGeom prst="homePlate">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90000" rIns="120000" bIns="30000" rtlCol="0" anchor="t"/>
          <a:lstStyle/>
          <a:p>
            <a:pPr algn="l"/>
            <a:r>
              <a:rPr sz="1800" b="1">
                <a:solidFill>
                  <a:srgbClr val="97D700"/>
                </a:solidFill>
                <a:latin typeface="Arial"/>
              </a:rPr>
              <a:t>3</a:t>
            </a:r>
          </a:p>
          <a:p>
            <a:pPr algn="l"/>
            <a:r>
              <a:rPr sz="1200" b="1">
                <a:solidFill>
                  <a:srgbClr val="FFFFFF"/>
                </a:solidFill>
                <a:latin typeface="Arial"/>
              </a:rPr>
              <a:t>Design &amp; development</a:t>
            </a:r>
          </a:p>
        </p:txBody>
      </p:sp>
      <p:sp>
        <p:nvSpPr>
          <p:cNvPr id="9" name="Actividad 4"/>
          <p:cNvSpPr/>
          <p:nvPr/>
        </p:nvSpPr>
        <p:spPr>
          <a:xfrm>
            <a:off x="6203137" y="2626587"/>
            <a:ext cx="1755833" cy="900000"/>
          </a:xfrm>
          <a:prstGeom prst="homePlate">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90000" rIns="120000" bIns="30000" rtlCol="0" anchor="t"/>
          <a:lstStyle/>
          <a:p>
            <a:pPr algn="l"/>
            <a:r>
              <a:rPr sz="1800" b="1">
                <a:solidFill>
                  <a:srgbClr val="97D700"/>
                </a:solidFill>
                <a:latin typeface="Arial"/>
              </a:rPr>
              <a:t>4</a:t>
            </a:r>
          </a:p>
          <a:p>
            <a:pPr algn="l"/>
            <a:r>
              <a:rPr sz="1200" b="1">
                <a:solidFill>
                  <a:srgbClr val="FFFFFF"/>
                </a:solidFill>
                <a:latin typeface="Arial"/>
              </a:rPr>
              <a:t>Demonstration</a:t>
            </a:r>
          </a:p>
        </p:txBody>
      </p:sp>
      <p:sp>
        <p:nvSpPr>
          <p:cNvPr id="10" name="Actividad 5"/>
          <p:cNvSpPr/>
          <p:nvPr/>
        </p:nvSpPr>
        <p:spPr>
          <a:xfrm>
            <a:off x="7998970" y="2626587"/>
            <a:ext cx="1755833" cy="900000"/>
          </a:xfrm>
          <a:prstGeom prst="homePlate">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90000" rIns="120000" bIns="30000" rtlCol="0" anchor="t"/>
          <a:lstStyle/>
          <a:p>
            <a:pPr algn="l"/>
            <a:r>
              <a:rPr sz="1800" b="1">
                <a:solidFill>
                  <a:srgbClr val="97D700"/>
                </a:solidFill>
                <a:latin typeface="Arial"/>
              </a:rPr>
              <a:t>5</a:t>
            </a:r>
          </a:p>
          <a:p>
            <a:pPr algn="l"/>
            <a:r>
              <a:rPr sz="1200" b="1">
                <a:solidFill>
                  <a:srgbClr val="FFFFFF"/>
                </a:solidFill>
                <a:latin typeface="Arial"/>
              </a:rPr>
              <a:t>Evaluation</a:t>
            </a:r>
          </a:p>
        </p:txBody>
      </p:sp>
      <p:sp>
        <p:nvSpPr>
          <p:cNvPr id="11" name="Actividad 6"/>
          <p:cNvSpPr/>
          <p:nvPr/>
        </p:nvSpPr>
        <p:spPr>
          <a:xfrm>
            <a:off x="9794803" y="2626587"/>
            <a:ext cx="1755833" cy="900000"/>
          </a:xfrm>
          <a:prstGeom prst="homePlate">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90000" rIns="120000" bIns="30000" rtlCol="0" anchor="t"/>
          <a:lstStyle/>
          <a:p>
            <a:pPr algn="l"/>
            <a:r>
              <a:rPr sz="1800" b="1">
                <a:solidFill>
                  <a:srgbClr val="97D700"/>
                </a:solidFill>
                <a:latin typeface="Arial"/>
              </a:rPr>
              <a:t>6</a:t>
            </a:r>
          </a:p>
          <a:p>
            <a:pPr algn="l"/>
            <a:r>
              <a:rPr sz="1200" b="1">
                <a:solidFill>
                  <a:srgbClr val="FFFFFF"/>
                </a:solidFill>
                <a:latin typeface="Arial"/>
              </a:rPr>
              <a:t>Communication</a:t>
            </a:r>
          </a:p>
        </p:txBody>
      </p:sp>
      <p:sp>
        <p:nvSpPr>
          <p:cNvPr id="12" name="Encabezado evaluación"/>
          <p:cNvSpPr txBox="1"/>
          <p:nvPr/>
        </p:nvSpPr>
        <p:spPr>
          <a:xfrm>
            <a:off x="728554" y="3503704"/>
            <a:ext cx="10735000" cy="553998"/>
          </a:xfrm>
          <a:prstGeom prst="rect">
            <a:avLst/>
          </a:prstGeom>
          <a:noFill/>
        </p:spPr>
        <p:txBody>
          <a:bodyPr wrap="square" rtlCol="0">
            <a:spAutoFit/>
          </a:bodyPr>
          <a:lstStyle>
            <a:defPPr>
              <a:defRPr lang="en-US"/>
            </a:defPPr>
            <a:lvl1pPr>
              <a:defRPr sz="3000" b="1"/>
            </a:lvl1pPr>
          </a:lstStyle>
          <a:p>
            <a:r>
              <a:rPr lang="es-PE" b="1" dirty="0"/>
              <a:t>Evaluation plan</a:t>
            </a:r>
          </a:p>
        </p:txBody>
      </p:sp>
      <p:sp>
        <p:nvSpPr>
          <p:cNvPr id="13" name="Barra título 2"/>
          <p:cNvSpPr/>
          <p:nvPr/>
        </p:nvSpPr>
        <p:spPr>
          <a:xfrm>
            <a:off x="728554" y="3981910"/>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arjeta 1"/>
          <p:cNvSpPr/>
          <p:nvPr/>
        </p:nvSpPr>
        <p:spPr>
          <a:xfrm>
            <a:off x="815638" y="4279912"/>
            <a:ext cx="3411666" cy="239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cento 1"/>
          <p:cNvSpPr/>
          <p:nvPr/>
        </p:nvSpPr>
        <p:spPr>
          <a:xfrm>
            <a:off x="815638" y="4208095"/>
            <a:ext cx="3411666"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o tarjeta 1"/>
          <p:cNvSpPr txBox="1"/>
          <p:nvPr/>
        </p:nvSpPr>
        <p:spPr>
          <a:xfrm>
            <a:off x="928446" y="4363098"/>
            <a:ext cx="3011666" cy="245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Design propositions</a:t>
            </a:r>
          </a:p>
          <a:p>
            <a:pPr marL="171450" indent="-171450">
              <a:spcAft>
                <a:spcPts val="500"/>
              </a:spcAft>
            </a:pPr>
            <a:r>
              <a:rPr sz="1300" b="0" i="0" dirty="0">
                <a:solidFill>
                  <a:srgbClr val="1B3550"/>
                </a:solidFill>
                <a:latin typeface="Arial"/>
              </a:rPr>
              <a:t>•  P1: a two-agent pipeline (generator + independent, partly deterministic verifier) detects conformance violations with higher precision and recall than single-agent generation.</a:t>
            </a:r>
          </a:p>
          <a:p>
            <a:pPr marL="171450" indent="-171450">
              <a:spcAft>
                <a:spcPts val="500"/>
              </a:spcAft>
            </a:pPr>
            <a:r>
              <a:rPr sz="1300" b="0" i="0" dirty="0">
                <a:solidFill>
                  <a:srgbClr val="1B3550"/>
                </a:solidFill>
                <a:latin typeface="Arial"/>
              </a:rPr>
              <a:t>•  P2: it lowers the defect escape rate and rework effort.</a:t>
            </a:r>
          </a:p>
          <a:p>
            <a:pPr marL="171450" indent="-171450">
              <a:spcAft>
                <a:spcPts val="500"/>
              </a:spcAft>
            </a:pPr>
            <a:r>
              <a:rPr sz="1300" b="0" i="0" dirty="0">
                <a:solidFill>
                  <a:srgbClr val="1B3550"/>
                </a:solidFill>
                <a:latin typeface="Arial"/>
              </a:rPr>
              <a:t>•  P3: experts rate it as useful and feasible.</a:t>
            </a:r>
          </a:p>
        </p:txBody>
      </p:sp>
      <p:sp>
        <p:nvSpPr>
          <p:cNvPr id="17" name="Tarjeta 2"/>
          <p:cNvSpPr/>
          <p:nvPr/>
        </p:nvSpPr>
        <p:spPr>
          <a:xfrm>
            <a:off x="4477305" y="4279912"/>
            <a:ext cx="3411666" cy="239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Acento 2"/>
          <p:cNvSpPr/>
          <p:nvPr/>
        </p:nvSpPr>
        <p:spPr>
          <a:xfrm>
            <a:off x="4477305" y="4208095"/>
            <a:ext cx="3411666"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o tarjeta 2"/>
          <p:cNvSpPr txBox="1"/>
          <p:nvPr/>
        </p:nvSpPr>
        <p:spPr>
          <a:xfrm>
            <a:off x="4590167" y="4418488"/>
            <a:ext cx="3011666" cy="245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Evaluation design</a:t>
            </a:r>
          </a:p>
          <a:p>
            <a:pPr marL="171450" indent="-171450">
              <a:spcAft>
                <a:spcPts val="500"/>
              </a:spcAft>
            </a:pPr>
            <a:r>
              <a:rPr sz="1300" b="0" i="0" dirty="0">
                <a:solidFill>
                  <a:srgbClr val="1B3550"/>
                </a:solidFill>
                <a:latin typeface="Arial"/>
              </a:rPr>
              <a:t>•  Controlled comparison against a single-agent baseline on the same tasks.</a:t>
            </a:r>
          </a:p>
          <a:p>
            <a:pPr marL="171450" indent="-171450">
              <a:spcAft>
                <a:spcPts val="500"/>
              </a:spcAft>
            </a:pPr>
            <a:r>
              <a:rPr sz="1300" b="0" i="0" dirty="0">
                <a:solidFill>
                  <a:srgbClr val="1B3550"/>
                </a:solidFill>
                <a:latin typeface="Arial"/>
              </a:rPr>
              <a:t>•  Scenario-based evaluation with 8–12 architecture and domain experts.</a:t>
            </a:r>
          </a:p>
          <a:p>
            <a:pPr marL="171450" indent="-171450">
              <a:spcAft>
                <a:spcPts val="500"/>
              </a:spcAft>
            </a:pPr>
            <a:r>
              <a:rPr sz="1300" b="0" i="0" dirty="0">
                <a:solidFill>
                  <a:srgbClr val="1B3550"/>
                </a:solidFill>
                <a:latin typeface="Arial"/>
              </a:rPr>
              <a:t>•  Optional stress test of correlated generator–verifier failures.</a:t>
            </a:r>
          </a:p>
        </p:txBody>
      </p:sp>
      <p:sp>
        <p:nvSpPr>
          <p:cNvPr id="20" name="Tarjeta 3"/>
          <p:cNvSpPr/>
          <p:nvPr/>
        </p:nvSpPr>
        <p:spPr>
          <a:xfrm>
            <a:off x="8138972" y="4279912"/>
            <a:ext cx="3411666" cy="239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cento 3"/>
          <p:cNvSpPr/>
          <p:nvPr/>
        </p:nvSpPr>
        <p:spPr>
          <a:xfrm>
            <a:off x="8138972" y="4208095"/>
            <a:ext cx="3411666"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o tarjeta 3"/>
          <p:cNvSpPr txBox="1"/>
          <p:nvPr/>
        </p:nvSpPr>
        <p:spPr>
          <a:xfrm>
            <a:off x="8248970" y="4437062"/>
            <a:ext cx="3011666" cy="245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Metrics, case and ethics</a:t>
            </a:r>
          </a:p>
          <a:p>
            <a:pPr marL="171450" indent="-171450">
              <a:spcAft>
                <a:spcPts val="500"/>
              </a:spcAft>
            </a:pPr>
            <a:r>
              <a:rPr sz="1300" b="0" i="0" dirty="0">
                <a:solidFill>
                  <a:srgbClr val="1B3550"/>
                </a:solidFill>
                <a:latin typeface="Arial"/>
              </a:rPr>
              <a:t>•  Metrics: precision/recall, defect escape rate, rework effort, lead time.</a:t>
            </a:r>
          </a:p>
          <a:p>
            <a:pPr marL="171450" indent="-171450">
              <a:spcAft>
                <a:spcPts val="500"/>
              </a:spcAft>
            </a:pPr>
            <a:r>
              <a:rPr sz="1300" b="0" i="0" dirty="0">
                <a:solidFill>
                  <a:srgbClr val="1B3550"/>
                </a:solidFill>
                <a:latin typeface="Arial"/>
              </a:rPr>
              <a:t>•  Case: Peruvian pension system (alternative: scholarship system).</a:t>
            </a:r>
          </a:p>
          <a:p>
            <a:pPr marL="171450" indent="-171450">
              <a:spcAft>
                <a:spcPts val="500"/>
              </a:spcAft>
            </a:pPr>
            <a:r>
              <a:rPr sz="1300" b="0" i="0" dirty="0">
                <a:solidFill>
                  <a:srgbClr val="1B3550"/>
                </a:solidFill>
                <a:latin typeface="Arial"/>
              </a:rPr>
              <a:t>•  No personal data; Laws 29733 and 31814 and NTP-ISO/IEC 42001.</a:t>
            </a:r>
          </a:p>
        </p:txBody>
      </p:sp>
      <p:sp>
        <p:nvSpPr>
          <p:cNvPr id="24" name="Encabezado ciclo">
            <a:extLst>
              <a:ext uri="{FF2B5EF4-FFF2-40B4-BE49-F238E27FC236}">
                <a16:creationId xmlns:a16="http://schemas.microsoft.com/office/drawing/2014/main" id="{7DB58768-C9DB-4145-832E-8140796EBC59}"/>
              </a:ext>
            </a:extLst>
          </p:cNvPr>
          <p:cNvSpPr txBox="1"/>
          <p:nvPr/>
        </p:nvSpPr>
        <p:spPr>
          <a:xfrm>
            <a:off x="641470" y="710974"/>
            <a:ext cx="10735000" cy="553998"/>
          </a:xfrm>
          <a:prstGeom prst="rect">
            <a:avLst/>
          </a:prstGeom>
          <a:noFill/>
        </p:spPr>
        <p:txBody>
          <a:bodyPr wrap="square" rtlCol="0">
            <a:spAutoFit/>
          </a:bodyPr>
          <a:lstStyle/>
          <a:p>
            <a:r>
              <a:rPr lang="es-PE" sz="3000" b="1" dirty="0" err="1"/>
              <a:t>Proposed</a:t>
            </a:r>
            <a:r>
              <a:rPr lang="es-PE" sz="3000" b="1" dirty="0"/>
              <a:t> </a:t>
            </a:r>
            <a:r>
              <a:rPr lang="es-PE" sz="3000" b="1" dirty="0" err="1"/>
              <a:t>title</a:t>
            </a:r>
            <a:endParaRPr lang="es-PE" sz="3000" b="1" dirty="0"/>
          </a:p>
        </p:txBody>
      </p:sp>
      <p:sp>
        <p:nvSpPr>
          <p:cNvPr id="25" name="Barra título 1">
            <a:extLst>
              <a:ext uri="{FF2B5EF4-FFF2-40B4-BE49-F238E27FC236}">
                <a16:creationId xmlns:a16="http://schemas.microsoft.com/office/drawing/2014/main" id="{D7374C2A-8428-4840-AC9E-CDCCA9E682B5}"/>
              </a:ext>
            </a:extLst>
          </p:cNvPr>
          <p:cNvSpPr/>
          <p:nvPr/>
        </p:nvSpPr>
        <p:spPr>
          <a:xfrm>
            <a:off x="751607" y="1202666"/>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Punto clave">
            <a:extLst>
              <a:ext uri="{FF2B5EF4-FFF2-40B4-BE49-F238E27FC236}">
                <a16:creationId xmlns:a16="http://schemas.microsoft.com/office/drawing/2014/main" id="{02656463-5857-4E81-8A68-56C07FA2EFE2}"/>
              </a:ext>
            </a:extLst>
          </p:cNvPr>
          <p:cNvSpPr/>
          <p:nvPr/>
        </p:nvSpPr>
        <p:spPr>
          <a:xfrm>
            <a:off x="728554" y="1269902"/>
            <a:ext cx="5779822" cy="709760"/>
          </a:xfrm>
          <a:prstGeom prst="roundRect">
            <a:avLst>
              <a:gd name="adj" fmla="val 6000"/>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wrap="square" lIns="300000" tIns="150000" rIns="300000" bIns="150000" rtlCol="0" anchor="ctr"/>
          <a:lstStyle/>
          <a:p>
            <a:pPr>
              <a:spcAft>
                <a:spcPts val="600"/>
              </a:spcAft>
            </a:pPr>
            <a:r>
              <a:rPr lang="en-US" sz="1200" dirty="0">
                <a:solidFill>
                  <a:schemeClr val="tx2"/>
                </a:solidFill>
                <a:latin typeface="Arial" panose="020B0604020202020204" pitchFamily="34" charset="0"/>
                <a:cs typeface="Arial" panose="020B0604020202020204" pitchFamily="34" charset="0"/>
              </a:rPr>
              <a:t>Reference Architecture Based on Specialized Generative AI Agents for the Governed Development and Conformance Verification of Critical State Information Systems: An Application Case in the Peruvian Pension System.</a:t>
            </a:r>
            <a:endParaRPr lang="en-US" sz="1200" b="1" dirty="0">
              <a:solidFill>
                <a:schemeClr val="tx2"/>
              </a:solidFill>
              <a:latin typeface="Arial" panose="020B0604020202020204" pitchFamily="34" charset="0"/>
              <a:cs typeface="Arial" panose="020B0604020202020204" pitchFamily="34" charset="0"/>
            </a:endParaRPr>
          </a:p>
        </p:txBody>
      </p:sp>
      <p:sp>
        <p:nvSpPr>
          <p:cNvPr id="27" name="Punto clave">
            <a:extLst>
              <a:ext uri="{FF2B5EF4-FFF2-40B4-BE49-F238E27FC236}">
                <a16:creationId xmlns:a16="http://schemas.microsoft.com/office/drawing/2014/main" id="{7EADC1B0-0246-463F-B4E0-DAB1C86EFBF7}"/>
              </a:ext>
            </a:extLst>
          </p:cNvPr>
          <p:cNvSpPr/>
          <p:nvPr/>
        </p:nvSpPr>
        <p:spPr>
          <a:xfrm>
            <a:off x="6602632" y="1285106"/>
            <a:ext cx="5328111" cy="709760"/>
          </a:xfrm>
          <a:prstGeom prst="roundRect">
            <a:avLst>
              <a:gd name="adj" fmla="val 6000"/>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wrap="square" lIns="300000" tIns="150000" rIns="300000" bIns="150000" rtlCol="0" anchor="ctr"/>
          <a:lstStyle/>
          <a:p>
            <a:pPr>
              <a:spcAft>
                <a:spcPts val="600"/>
              </a:spcAft>
            </a:pPr>
            <a:r>
              <a:rPr lang="en-US" sz="1200" b="1" dirty="0">
                <a:solidFill>
                  <a:schemeClr val="tx2"/>
                </a:solidFill>
                <a:latin typeface="Arial" panose="020B0604020202020204" pitchFamily="34" charset="0"/>
                <a:cs typeface="Arial" panose="020B0604020202020204" pitchFamily="34" charset="0"/>
              </a:rPr>
              <a:t>Short title</a:t>
            </a:r>
          </a:p>
          <a:p>
            <a:pPr>
              <a:spcAft>
                <a:spcPts val="600"/>
              </a:spcAft>
            </a:pPr>
            <a:r>
              <a:rPr lang="en-US" sz="1200" dirty="0">
                <a:solidFill>
                  <a:schemeClr val="tx2"/>
                </a:solidFill>
                <a:latin typeface="Arial" panose="020B0604020202020204" pitchFamily="34" charset="0"/>
                <a:cs typeface="Arial" panose="020B0604020202020204" pitchFamily="34" charset="0"/>
              </a:rPr>
              <a:t>Reference architecture with governed generative AI agents for critical State information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sesión 3"/>
          <p:cNvSpPr txBox="1"/>
          <p:nvPr/>
        </p:nvSpPr>
        <p:spPr>
          <a:xfrm>
            <a:off x="528552" y="156423"/>
            <a:ext cx="10735000" cy="430887"/>
          </a:xfrm>
          <a:prstGeom prst="rect">
            <a:avLst/>
          </a:prstGeom>
          <a:noFill/>
        </p:spPr>
        <p:txBody>
          <a:bodyPr wrap="square" lIns="0" tIns="0" rIns="0" bIns="0" anchor="ctr">
            <a:spAutoFit/>
          </a:bodyPr>
          <a:lstStyle/>
          <a:p>
            <a:r>
              <a:rPr lang="es-PE" sz="2800" b="1" dirty="0">
                <a:solidFill>
                  <a:schemeClr val="bg1"/>
                </a:solidFill>
                <a:latin typeface="Arial"/>
              </a:rPr>
              <a:t>Systematic Review</a:t>
            </a:r>
            <a:endParaRPr sz="2800" b="1" i="0" dirty="0">
              <a:solidFill>
                <a:schemeClr val="bg1"/>
              </a:solidFill>
              <a:latin typeface="Arial"/>
            </a:endParaRPr>
          </a:p>
        </p:txBody>
      </p:sp>
      <p:graphicFrame>
        <p:nvGraphicFramePr>
          <p:cNvPr id="3" name="Pestañas"/>
          <p:cNvGraphicFramePr>
            <a:graphicFrameLocks noGrp="1"/>
          </p:cNvGraphicFramePr>
          <p:nvPr>
            <p:extLst>
              <p:ext uri="{D42A27DB-BD31-4B8C-83A1-F6EECF244321}">
                <p14:modId xmlns:p14="http://schemas.microsoft.com/office/powerpoint/2010/main" val="2775742374"/>
              </p:ext>
            </p:extLst>
          </p:nvPr>
        </p:nvGraphicFramePr>
        <p:xfrm>
          <a:off x="9376228" y="312383"/>
          <a:ext cx="2554515" cy="370840"/>
        </p:xfrm>
        <a:graphic>
          <a:graphicData uri="http://schemas.openxmlformats.org/drawingml/2006/table">
            <a:tbl>
              <a:tblPr firstRow="1" bandRow="1">
                <a:tableStyleId>{5C22544A-7EE6-4342-B048-85BDC9FD1C3A}</a:tableStyleId>
              </a:tblPr>
              <a:tblGrid>
                <a:gridCol w="510903">
                  <a:extLst>
                    <a:ext uri="{9D8B030D-6E8A-4147-A177-3AD203B41FA5}">
                      <a16:colId xmlns:a16="http://schemas.microsoft.com/office/drawing/2014/main" val="1171444792"/>
                    </a:ext>
                  </a:extLst>
                </a:gridCol>
                <a:gridCol w="510903">
                  <a:extLst>
                    <a:ext uri="{9D8B030D-6E8A-4147-A177-3AD203B41FA5}">
                      <a16:colId xmlns:a16="http://schemas.microsoft.com/office/drawing/2014/main" val="3809176907"/>
                    </a:ext>
                  </a:extLst>
                </a:gridCol>
                <a:gridCol w="510903">
                  <a:extLst>
                    <a:ext uri="{9D8B030D-6E8A-4147-A177-3AD203B41FA5}">
                      <a16:colId xmlns:a16="http://schemas.microsoft.com/office/drawing/2014/main" val="3870348928"/>
                    </a:ext>
                  </a:extLst>
                </a:gridCol>
                <a:gridCol w="510903">
                  <a:extLst>
                    <a:ext uri="{9D8B030D-6E8A-4147-A177-3AD203B41FA5}">
                      <a16:colId xmlns:a16="http://schemas.microsoft.com/office/drawing/2014/main" val="3533880193"/>
                    </a:ext>
                  </a:extLst>
                </a:gridCol>
                <a:gridCol w="510903">
                  <a:extLst>
                    <a:ext uri="{9D8B030D-6E8A-4147-A177-3AD203B41FA5}">
                      <a16:colId xmlns:a16="http://schemas.microsoft.com/office/drawing/2014/main" val="140826828"/>
                    </a:ext>
                  </a:extLst>
                </a:gridCol>
              </a:tblGrid>
              <a:tr h="370840">
                <a:tc>
                  <a:txBody>
                    <a:bodyPr/>
                    <a:lstStyle/>
                    <a:p>
                      <a:pPr algn="ctr"/>
                      <a:r>
                        <a:rPr lang="es-PE" dirty="0"/>
                        <a:t>1</a:t>
                      </a:r>
                    </a:p>
                  </a:txBody>
                  <a:tcPr>
                    <a:solidFill>
                      <a:schemeClr val="bg1">
                        <a:lumMod val="75000"/>
                      </a:schemeClr>
                    </a:solidFill>
                  </a:tcPr>
                </a:tc>
                <a:tc>
                  <a:txBody>
                    <a:bodyPr/>
                    <a:lstStyle/>
                    <a:p>
                      <a:pPr algn="ctr"/>
                      <a:r>
                        <a:rPr lang="es-PE" dirty="0"/>
                        <a:t>2</a:t>
                      </a:r>
                    </a:p>
                  </a:txBody>
                  <a:tcPr>
                    <a:solidFill>
                      <a:schemeClr val="bg1">
                        <a:lumMod val="75000"/>
                      </a:schemeClr>
                    </a:solidFill>
                  </a:tcPr>
                </a:tc>
                <a:tc>
                  <a:txBody>
                    <a:bodyPr/>
                    <a:lstStyle/>
                    <a:p>
                      <a:pPr algn="ctr"/>
                      <a:r>
                        <a:rPr lang="es-PE" dirty="0"/>
                        <a:t>3</a:t>
                      </a:r>
                    </a:p>
                  </a:txBody>
                  <a:tcPr>
                    <a:solidFill>
                      <a:schemeClr val="bg1">
                        <a:lumMod val="75000"/>
                      </a:schemeClr>
                    </a:solidFill>
                  </a:tcPr>
                </a:tc>
                <a:tc>
                  <a:txBody>
                    <a:bodyPr/>
                    <a:lstStyle/>
                    <a:p>
                      <a:pPr algn="ctr"/>
                      <a:r>
                        <a:rPr lang="es-PE" dirty="0"/>
                        <a:t>4</a:t>
                      </a:r>
                    </a:p>
                  </a:txBody>
                  <a:tcPr/>
                </a:tc>
                <a:tc>
                  <a:txBody>
                    <a:bodyPr/>
                    <a:lstStyle/>
                    <a:p>
                      <a:pPr algn="ctr"/>
                      <a:r>
                        <a:rPr lang="es-PE" dirty="0"/>
                        <a:t>5</a:t>
                      </a:r>
                    </a:p>
                  </a:txBody>
                  <a:tcPr>
                    <a:solidFill>
                      <a:schemeClr val="bg1">
                        <a:lumMod val="75000"/>
                      </a:schemeClr>
                    </a:solidFill>
                  </a:tcPr>
                </a:tc>
                <a:extLst>
                  <a:ext uri="{0D108BD9-81ED-4DB2-BD59-A6C34878D82A}">
                    <a16:rowId xmlns:a16="http://schemas.microsoft.com/office/drawing/2014/main" val="1432428830"/>
                  </a:ext>
                </a:extLst>
              </a:tr>
            </a:tbl>
          </a:graphicData>
        </a:graphic>
      </p:graphicFrame>
      <p:sp>
        <p:nvSpPr>
          <p:cNvPr id="4" name="Encabezado PRISMA"/>
          <p:cNvSpPr txBox="1"/>
          <p:nvPr/>
        </p:nvSpPr>
        <p:spPr>
          <a:xfrm>
            <a:off x="641470" y="654730"/>
            <a:ext cx="6800000" cy="553998"/>
          </a:xfrm>
          <a:prstGeom prst="rect">
            <a:avLst/>
          </a:prstGeom>
          <a:noFill/>
        </p:spPr>
        <p:txBody>
          <a:bodyPr wrap="square" rtlCol="0">
            <a:spAutoFit/>
          </a:bodyPr>
          <a:lstStyle/>
          <a:p>
            <a:r>
              <a:rPr lang="es-PE" sz="3000" b="1" dirty="0"/>
              <a:t>PRISMA 2020 flow diagram</a:t>
            </a:r>
          </a:p>
        </p:txBody>
      </p:sp>
      <p:sp>
        <p:nvSpPr>
          <p:cNvPr id="5" name="Barra título 1"/>
          <p:cNvSpPr/>
          <p:nvPr/>
        </p:nvSpPr>
        <p:spPr>
          <a:xfrm>
            <a:off x="751607" y="1146422"/>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ISMA principal 1"/>
          <p:cNvSpPr/>
          <p:nvPr/>
        </p:nvSpPr>
        <p:spPr>
          <a:xfrm>
            <a:off x="1108554" y="1400000"/>
            <a:ext cx="2950000" cy="640000"/>
          </a:xfrm>
          <a:prstGeom prst="rect">
            <a:avLst/>
          </a:prstGeom>
          <a:solidFill>
            <a:srgbClr val="1248A9"/>
          </a:solidFill>
          <a:ln>
            <a:no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200" b="1">
                <a:solidFill>
                  <a:srgbClr val="FFFFFF"/>
                </a:solidFill>
                <a:latin typeface="Arial"/>
              </a:rPr>
              <a:t>Records identified (n = 23)</a:t>
            </a:r>
          </a:p>
          <a:p>
            <a:pPr algn="ctr"/>
            <a:r>
              <a:rPr sz="1200" b="0">
                <a:solidFill>
                  <a:srgbClr val="FFFFFF"/>
                </a:solidFill>
                <a:latin typeface="Arial"/>
              </a:rPr>
              <a:t>Scopus 21 · Semantic Scholar 2</a:t>
            </a:r>
          </a:p>
          <a:p>
            <a:pPr algn="ctr"/>
            <a:r>
              <a:rPr sz="1200" b="0">
                <a:solidFill>
                  <a:srgbClr val="FFFFFF"/>
                </a:solidFill>
                <a:latin typeface="Arial"/>
              </a:rPr>
              <a:t>ALICIA 0 · RENATI 0</a:t>
            </a:r>
          </a:p>
        </p:txBody>
      </p:sp>
      <p:sp>
        <p:nvSpPr>
          <p:cNvPr id="7" name="PRISMA lateral 1"/>
          <p:cNvSpPr/>
          <p:nvPr/>
        </p:nvSpPr>
        <p:spPr>
          <a:xfrm>
            <a:off x="4388554" y="1400000"/>
            <a:ext cx="2850000" cy="640000"/>
          </a:xfrm>
          <a:prstGeom prst="rect">
            <a:avLst/>
          </a:prstGeom>
          <a:solidFill>
            <a:srgbClr val="F3F7FC"/>
          </a:solidFill>
          <a:ln w="12700">
            <a:solidFill>
              <a:srgbClr val="D0DCEE"/>
            </a:solid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200" b="1">
                <a:solidFill>
                  <a:srgbClr val="1B3550"/>
                </a:solidFill>
                <a:latin typeface="Arial"/>
              </a:rPr>
              <a:t>Removed before screening (n = 0)</a:t>
            </a:r>
          </a:p>
          <a:p>
            <a:pPr algn="ctr"/>
            <a:r>
              <a:rPr sz="1200" b="0">
                <a:solidFill>
                  <a:srgbClr val="1B3550"/>
                </a:solidFill>
                <a:latin typeface="Arial"/>
              </a:rPr>
              <a:t>Duplicates 0 · automation 0 · other 0</a:t>
            </a:r>
          </a:p>
        </p:txBody>
      </p:sp>
      <p:sp>
        <p:nvSpPr>
          <p:cNvPr id="8" name="Flecha lateral 1"/>
          <p:cNvSpPr/>
          <p:nvPr/>
        </p:nvSpPr>
        <p:spPr>
          <a:xfrm>
            <a:off x="4098554" y="1640000"/>
            <a:ext cx="250000" cy="160000"/>
          </a:xfrm>
          <a:prstGeom prst="rightArrow">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lecha 1"/>
          <p:cNvSpPr/>
          <p:nvPr/>
        </p:nvSpPr>
        <p:spPr>
          <a:xfrm>
            <a:off x="2493554" y="2070000"/>
            <a:ext cx="180000" cy="170000"/>
          </a:xfrm>
          <a:prstGeom prst="downArrow">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RISMA principal 2"/>
          <p:cNvSpPr/>
          <p:nvPr/>
        </p:nvSpPr>
        <p:spPr>
          <a:xfrm>
            <a:off x="1108554" y="2270000"/>
            <a:ext cx="2950000" cy="640000"/>
          </a:xfrm>
          <a:prstGeom prst="rect">
            <a:avLst/>
          </a:prstGeom>
          <a:solidFill>
            <a:srgbClr val="1248A9"/>
          </a:solidFill>
          <a:ln>
            <a:no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200" b="1">
                <a:solidFill>
                  <a:srgbClr val="FFFFFF"/>
                </a:solidFill>
                <a:latin typeface="Arial"/>
              </a:rPr>
              <a:t>Records screened (n = 23)</a:t>
            </a:r>
          </a:p>
          <a:p>
            <a:pPr algn="ctr"/>
            <a:r>
              <a:rPr sz="1200" b="0">
                <a:solidFill>
                  <a:srgbClr val="FFFFFF"/>
                </a:solidFill>
                <a:latin typeface="Arial"/>
              </a:rPr>
              <a:t>title / metadata</a:t>
            </a:r>
          </a:p>
        </p:txBody>
      </p:sp>
      <p:sp>
        <p:nvSpPr>
          <p:cNvPr id="11" name="PRISMA lateral 2"/>
          <p:cNvSpPr/>
          <p:nvPr/>
        </p:nvSpPr>
        <p:spPr>
          <a:xfrm>
            <a:off x="4388554" y="2270000"/>
            <a:ext cx="2850000" cy="640000"/>
          </a:xfrm>
          <a:prstGeom prst="rect">
            <a:avLst/>
          </a:prstGeom>
          <a:solidFill>
            <a:srgbClr val="F3F7FC"/>
          </a:solidFill>
          <a:ln w="12700">
            <a:solidFill>
              <a:srgbClr val="D0DCEE"/>
            </a:solid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200" b="1">
                <a:solidFill>
                  <a:srgbClr val="1B3550"/>
                </a:solidFill>
                <a:latin typeface="Arial"/>
              </a:rPr>
              <a:t>Records excluded (n = 13)</a:t>
            </a:r>
          </a:p>
          <a:p>
            <a:pPr algn="ctr"/>
            <a:r>
              <a:rPr sz="1200" b="0">
                <a:solidFill>
                  <a:srgbClr val="1B3550"/>
                </a:solidFill>
                <a:latin typeface="Arial"/>
              </a:rPr>
              <a:t>Excluded by criteria 9</a:t>
            </a:r>
          </a:p>
          <a:p>
            <a:pPr algn="ctr"/>
            <a:r>
              <a:rPr sz="1200" b="0">
                <a:solidFill>
                  <a:srgbClr val="1B3550"/>
                </a:solidFill>
                <a:latin typeface="Arial"/>
              </a:rPr>
              <a:t>On hold, abstract pending 4</a:t>
            </a:r>
          </a:p>
        </p:txBody>
      </p:sp>
      <p:sp>
        <p:nvSpPr>
          <p:cNvPr id="12" name="Flecha lateral 2"/>
          <p:cNvSpPr/>
          <p:nvPr/>
        </p:nvSpPr>
        <p:spPr>
          <a:xfrm>
            <a:off x="4098554" y="2510000"/>
            <a:ext cx="250000" cy="160000"/>
          </a:xfrm>
          <a:prstGeom prst="rightArrow">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lecha 2"/>
          <p:cNvSpPr/>
          <p:nvPr/>
        </p:nvSpPr>
        <p:spPr>
          <a:xfrm>
            <a:off x="2493554" y="2940000"/>
            <a:ext cx="180000" cy="170000"/>
          </a:xfrm>
          <a:prstGeom prst="downArrow">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ISMA principal 3"/>
          <p:cNvSpPr/>
          <p:nvPr/>
        </p:nvSpPr>
        <p:spPr>
          <a:xfrm>
            <a:off x="1108554" y="3140000"/>
            <a:ext cx="2950000" cy="640000"/>
          </a:xfrm>
          <a:prstGeom prst="rect">
            <a:avLst/>
          </a:prstGeom>
          <a:solidFill>
            <a:srgbClr val="1248A9"/>
          </a:solidFill>
          <a:ln>
            <a:no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200" b="1">
                <a:solidFill>
                  <a:srgbClr val="FFFFFF"/>
                </a:solidFill>
                <a:latin typeface="Arial"/>
              </a:rPr>
              <a:t>Reports sought for</a:t>
            </a:r>
          </a:p>
          <a:p>
            <a:pPr algn="ctr"/>
            <a:r>
              <a:rPr sz="1200" b="0">
                <a:solidFill>
                  <a:srgbClr val="FFFFFF"/>
                </a:solidFill>
                <a:latin typeface="Arial"/>
              </a:rPr>
              <a:t>retrieval (n = 10)</a:t>
            </a:r>
          </a:p>
        </p:txBody>
      </p:sp>
      <p:sp>
        <p:nvSpPr>
          <p:cNvPr id="15" name="PRISMA lateral 3"/>
          <p:cNvSpPr/>
          <p:nvPr/>
        </p:nvSpPr>
        <p:spPr>
          <a:xfrm>
            <a:off x="4388554" y="3140000"/>
            <a:ext cx="2850000" cy="640000"/>
          </a:xfrm>
          <a:prstGeom prst="rect">
            <a:avLst/>
          </a:prstGeom>
          <a:solidFill>
            <a:srgbClr val="F3F7FC"/>
          </a:solidFill>
          <a:ln w="12700">
            <a:solidFill>
              <a:srgbClr val="D0DCEE"/>
            </a:solid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200" b="1">
                <a:solidFill>
                  <a:srgbClr val="1B3550"/>
                </a:solidFill>
                <a:latin typeface="Arial"/>
              </a:rPr>
              <a:t>Reports not retrieved (n = 0)</a:t>
            </a:r>
          </a:p>
        </p:txBody>
      </p:sp>
      <p:sp>
        <p:nvSpPr>
          <p:cNvPr id="16" name="Flecha lateral 3"/>
          <p:cNvSpPr/>
          <p:nvPr/>
        </p:nvSpPr>
        <p:spPr>
          <a:xfrm>
            <a:off x="4098554" y="3380000"/>
            <a:ext cx="250000" cy="160000"/>
          </a:xfrm>
          <a:prstGeom prst="rightArrow">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lecha 3"/>
          <p:cNvSpPr/>
          <p:nvPr/>
        </p:nvSpPr>
        <p:spPr>
          <a:xfrm>
            <a:off x="2493554" y="3810000"/>
            <a:ext cx="180000" cy="170000"/>
          </a:xfrm>
          <a:prstGeom prst="downArrow">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RISMA principal 4"/>
          <p:cNvSpPr/>
          <p:nvPr/>
        </p:nvSpPr>
        <p:spPr>
          <a:xfrm>
            <a:off x="1108554" y="4010000"/>
            <a:ext cx="2950000" cy="640000"/>
          </a:xfrm>
          <a:prstGeom prst="rect">
            <a:avLst/>
          </a:prstGeom>
          <a:solidFill>
            <a:srgbClr val="1248A9"/>
          </a:solidFill>
          <a:ln>
            <a:no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200" b="1">
                <a:solidFill>
                  <a:srgbClr val="FFFFFF"/>
                </a:solidFill>
                <a:latin typeface="Arial"/>
              </a:rPr>
              <a:t>Reports assessed for</a:t>
            </a:r>
          </a:p>
          <a:p>
            <a:pPr algn="ctr"/>
            <a:r>
              <a:rPr sz="1200" b="0">
                <a:solidFill>
                  <a:srgbClr val="FFFFFF"/>
                </a:solidFill>
                <a:latin typeface="Arial"/>
              </a:rPr>
              <a:t>eligibility (n = 10)</a:t>
            </a:r>
          </a:p>
        </p:txBody>
      </p:sp>
      <p:sp>
        <p:nvSpPr>
          <p:cNvPr id="19" name="PRISMA lateral 4"/>
          <p:cNvSpPr/>
          <p:nvPr/>
        </p:nvSpPr>
        <p:spPr>
          <a:xfrm>
            <a:off x="4388554" y="4010000"/>
            <a:ext cx="2850000" cy="640000"/>
          </a:xfrm>
          <a:prstGeom prst="rect">
            <a:avLst/>
          </a:prstGeom>
          <a:solidFill>
            <a:srgbClr val="F3F7FC"/>
          </a:solidFill>
          <a:ln w="12700">
            <a:solidFill>
              <a:srgbClr val="D0DCEE"/>
            </a:solid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200" b="1">
                <a:solidFill>
                  <a:srgbClr val="1B3550"/>
                </a:solidFill>
                <a:latin typeface="Arial"/>
              </a:rPr>
              <a:t>Reports excluded (n = 0)</a:t>
            </a:r>
          </a:p>
        </p:txBody>
      </p:sp>
      <p:sp>
        <p:nvSpPr>
          <p:cNvPr id="20" name="Flecha lateral 4"/>
          <p:cNvSpPr/>
          <p:nvPr/>
        </p:nvSpPr>
        <p:spPr>
          <a:xfrm>
            <a:off x="4098554" y="4250000"/>
            <a:ext cx="250000" cy="160000"/>
          </a:xfrm>
          <a:prstGeom prst="rightArrow">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lecha 4"/>
          <p:cNvSpPr/>
          <p:nvPr/>
        </p:nvSpPr>
        <p:spPr>
          <a:xfrm>
            <a:off x="2493554" y="4680000"/>
            <a:ext cx="180000" cy="170000"/>
          </a:xfrm>
          <a:prstGeom prst="downArrow">
            <a:avLst/>
          </a:prstGeom>
          <a:solidFill>
            <a:srgbClr val="5B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RISMA principal 5"/>
          <p:cNvSpPr/>
          <p:nvPr/>
        </p:nvSpPr>
        <p:spPr>
          <a:xfrm>
            <a:off x="1108554" y="4880000"/>
            <a:ext cx="2950000" cy="640000"/>
          </a:xfrm>
          <a:prstGeom prst="rect">
            <a:avLst/>
          </a:prstGeom>
          <a:solidFill>
            <a:srgbClr val="97D700"/>
          </a:solidFill>
          <a:ln>
            <a:noFill/>
          </a:ln>
          <a:effectLst/>
        </p:spPr>
        <p:style>
          <a:lnRef idx="1">
            <a:schemeClr val="accent1"/>
          </a:lnRef>
          <a:fillRef idx="3">
            <a:schemeClr val="accent1"/>
          </a:fillRef>
          <a:effectRef idx="2">
            <a:schemeClr val="accent1"/>
          </a:effectRef>
          <a:fontRef idx="minor">
            <a:schemeClr val="lt1"/>
          </a:fontRef>
        </p:style>
        <p:txBody>
          <a:bodyPr wrap="square" lIns="80000" tIns="20000" rIns="80000" bIns="20000" rtlCol="0" anchor="ctr"/>
          <a:lstStyle/>
          <a:p>
            <a:pPr algn="ctr"/>
            <a:r>
              <a:rPr sz="1300" b="1">
                <a:solidFill>
                  <a:srgbClr val="1B3550"/>
                </a:solidFill>
                <a:latin typeface="Arial"/>
              </a:rPr>
              <a:t>Studies included in review (n = 10)</a:t>
            </a:r>
          </a:p>
        </p:txBody>
      </p:sp>
      <p:sp>
        <p:nvSpPr>
          <p:cNvPr id="23" name="Fase 1"/>
          <p:cNvSpPr/>
          <p:nvPr/>
        </p:nvSpPr>
        <p:spPr>
          <a:xfrm>
            <a:off x="728554" y="1400000"/>
            <a:ext cx="300000" cy="640000"/>
          </a:xfrm>
          <a:prstGeom prst="rect">
            <a:avLst/>
          </a:prstGeom>
          <a:solidFill>
            <a:srgbClr val="DDE6F3"/>
          </a:solidFill>
          <a:ln>
            <a:noFill/>
          </a:ln>
          <a:effectLst/>
        </p:spPr>
        <p:style>
          <a:lnRef idx="1">
            <a:schemeClr val="accent1"/>
          </a:lnRef>
          <a:fillRef idx="3">
            <a:schemeClr val="accent1"/>
          </a:fillRef>
          <a:effectRef idx="2">
            <a:schemeClr val="accent1"/>
          </a:effectRef>
          <a:fontRef idx="minor">
            <a:schemeClr val="lt1"/>
          </a:fontRef>
        </p:style>
        <p:txBody>
          <a:bodyPr vert="vert270" wrap="square" lIns="0" tIns="20000" rIns="0" bIns="20000" rtlCol="0" anchor="ctr"/>
          <a:lstStyle/>
          <a:p>
            <a:pPr algn="ctr"/>
            <a:r>
              <a:rPr sz="1100" b="1">
                <a:solidFill>
                  <a:srgbClr val="1248A9"/>
                </a:solidFill>
                <a:latin typeface="Arial"/>
              </a:rPr>
              <a:t>Identif.</a:t>
            </a:r>
          </a:p>
        </p:txBody>
      </p:sp>
      <p:sp>
        <p:nvSpPr>
          <p:cNvPr id="24" name="Fase 2"/>
          <p:cNvSpPr/>
          <p:nvPr/>
        </p:nvSpPr>
        <p:spPr>
          <a:xfrm>
            <a:off x="728554" y="2270000"/>
            <a:ext cx="300000" cy="2380000"/>
          </a:xfrm>
          <a:prstGeom prst="rect">
            <a:avLst/>
          </a:prstGeom>
          <a:solidFill>
            <a:srgbClr val="DDE6F3"/>
          </a:solidFill>
          <a:ln>
            <a:noFill/>
          </a:ln>
          <a:effectLst/>
        </p:spPr>
        <p:style>
          <a:lnRef idx="1">
            <a:schemeClr val="accent1"/>
          </a:lnRef>
          <a:fillRef idx="3">
            <a:schemeClr val="accent1"/>
          </a:fillRef>
          <a:effectRef idx="2">
            <a:schemeClr val="accent1"/>
          </a:effectRef>
          <a:fontRef idx="minor">
            <a:schemeClr val="lt1"/>
          </a:fontRef>
        </p:style>
        <p:txBody>
          <a:bodyPr vert="vert270" wrap="square" lIns="0" tIns="20000" rIns="0" bIns="20000" rtlCol="0" anchor="ctr"/>
          <a:lstStyle/>
          <a:p>
            <a:pPr algn="ctr"/>
            <a:r>
              <a:rPr sz="1100" b="1">
                <a:solidFill>
                  <a:srgbClr val="1248A9"/>
                </a:solidFill>
                <a:latin typeface="Arial"/>
              </a:rPr>
              <a:t>Screening</a:t>
            </a:r>
          </a:p>
        </p:txBody>
      </p:sp>
      <p:sp>
        <p:nvSpPr>
          <p:cNvPr id="25" name="Fase 3"/>
          <p:cNvSpPr/>
          <p:nvPr/>
        </p:nvSpPr>
        <p:spPr>
          <a:xfrm>
            <a:off x="728554" y="4880000"/>
            <a:ext cx="300000" cy="640000"/>
          </a:xfrm>
          <a:prstGeom prst="rect">
            <a:avLst/>
          </a:prstGeom>
          <a:solidFill>
            <a:srgbClr val="DDE6F3"/>
          </a:solidFill>
          <a:ln>
            <a:noFill/>
          </a:ln>
          <a:effectLst/>
        </p:spPr>
        <p:style>
          <a:lnRef idx="1">
            <a:schemeClr val="accent1"/>
          </a:lnRef>
          <a:fillRef idx="3">
            <a:schemeClr val="accent1"/>
          </a:fillRef>
          <a:effectRef idx="2">
            <a:schemeClr val="accent1"/>
          </a:effectRef>
          <a:fontRef idx="minor">
            <a:schemeClr val="lt1"/>
          </a:fontRef>
        </p:style>
        <p:txBody>
          <a:bodyPr vert="vert270" wrap="square" lIns="0" tIns="20000" rIns="0" bIns="20000" rtlCol="0" anchor="ctr"/>
          <a:lstStyle/>
          <a:p>
            <a:pPr algn="ctr"/>
            <a:r>
              <a:rPr sz="1100" b="1">
                <a:solidFill>
                  <a:srgbClr val="1248A9"/>
                </a:solidFill>
                <a:latin typeface="Arial"/>
              </a:rPr>
              <a:t>Included</a:t>
            </a:r>
          </a:p>
        </p:txBody>
      </p:sp>
      <p:sp>
        <p:nvSpPr>
          <p:cNvPr id="26" name="Encabezado hallazgos"/>
          <p:cNvSpPr txBox="1"/>
          <p:nvPr/>
        </p:nvSpPr>
        <p:spPr>
          <a:xfrm>
            <a:off x="7563000" y="654730"/>
            <a:ext cx="3813554" cy="553998"/>
          </a:xfrm>
          <a:prstGeom prst="rect">
            <a:avLst/>
          </a:prstGeom>
          <a:noFill/>
        </p:spPr>
        <p:txBody>
          <a:bodyPr wrap="square" rtlCol="0">
            <a:spAutoFit/>
          </a:bodyPr>
          <a:lstStyle>
            <a:defPPr>
              <a:defRPr lang="en-US"/>
            </a:defPPr>
            <a:lvl1pPr>
              <a:defRPr sz="3000" b="1"/>
            </a:lvl1pPr>
          </a:lstStyle>
          <a:p>
            <a:r>
              <a:rPr lang="es-PE" b="1" dirty="0"/>
              <a:t>Key findings</a:t>
            </a:r>
          </a:p>
        </p:txBody>
      </p:sp>
      <p:sp>
        <p:nvSpPr>
          <p:cNvPr id="27" name="Barra título 2"/>
          <p:cNvSpPr/>
          <p:nvPr/>
        </p:nvSpPr>
        <p:spPr>
          <a:xfrm>
            <a:off x="7640000" y="1146422"/>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arjeta 1"/>
          <p:cNvSpPr/>
          <p:nvPr/>
        </p:nvSpPr>
        <p:spPr>
          <a:xfrm>
            <a:off x="7650000" y="1400000"/>
            <a:ext cx="3813554" cy="245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cento 1"/>
          <p:cNvSpPr/>
          <p:nvPr/>
        </p:nvSpPr>
        <p:spPr>
          <a:xfrm>
            <a:off x="7650000" y="1328183"/>
            <a:ext cx="3813554"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o tarjeta 1"/>
          <p:cNvSpPr txBox="1"/>
          <p:nvPr/>
        </p:nvSpPr>
        <p:spPr>
          <a:xfrm>
            <a:off x="7810000" y="1500000"/>
            <a:ext cx="3493554" cy="229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What the 10 studies show</a:t>
            </a:r>
          </a:p>
          <a:p>
            <a:pPr marL="171450" indent="-171450">
              <a:spcAft>
                <a:spcPts val="400"/>
              </a:spcAft>
            </a:pPr>
            <a:r>
              <a:rPr sz="1300" b="0" i="0" dirty="0">
                <a:solidFill>
                  <a:srgbClr val="1B3550"/>
                </a:solidFill>
                <a:latin typeface="Arial"/>
              </a:rPr>
              <a:t>•  9 of 10 propose an architecture, framework or pattern.</a:t>
            </a:r>
          </a:p>
          <a:p>
            <a:pPr marL="171450" indent="-171450">
              <a:spcAft>
                <a:spcPts val="400"/>
              </a:spcAft>
            </a:pPr>
            <a:r>
              <a:rPr sz="1300" b="0" i="0" dirty="0">
                <a:solidFill>
                  <a:srgbClr val="1B3550"/>
                </a:solidFill>
                <a:latin typeface="Arial"/>
              </a:rPr>
              <a:t>•  Governance and compliance explicit in 7 of 10.</a:t>
            </a:r>
          </a:p>
          <a:p>
            <a:pPr marL="171450" indent="-171450">
              <a:spcAft>
                <a:spcPts val="400"/>
              </a:spcAft>
            </a:pPr>
            <a:r>
              <a:rPr sz="1300" b="0" i="0" dirty="0">
                <a:solidFill>
                  <a:srgbClr val="1B3550"/>
                </a:solidFill>
                <a:latin typeface="Arial"/>
              </a:rPr>
              <a:t>•  Evidence is limited: 6 of 10 report any evaluation.</a:t>
            </a:r>
          </a:p>
          <a:p>
            <a:pPr marL="171450" indent="-171450">
              <a:spcAft>
                <a:spcPts val="400"/>
              </a:spcAft>
            </a:pPr>
            <a:r>
              <a:rPr sz="1300" b="0" i="0" dirty="0">
                <a:solidFill>
                  <a:srgbClr val="1B3550"/>
                </a:solidFill>
                <a:latin typeface="Arial"/>
              </a:rPr>
              <a:t>•  9 of 10 are from 2026; 8 are conference papers.</a:t>
            </a:r>
          </a:p>
        </p:txBody>
      </p:sp>
      <p:sp>
        <p:nvSpPr>
          <p:cNvPr id="31" name="Tarjeta 2"/>
          <p:cNvSpPr/>
          <p:nvPr/>
        </p:nvSpPr>
        <p:spPr>
          <a:xfrm>
            <a:off x="7650000" y="4000000"/>
            <a:ext cx="3813554" cy="185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Acento 2"/>
          <p:cNvSpPr/>
          <p:nvPr/>
        </p:nvSpPr>
        <p:spPr>
          <a:xfrm>
            <a:off x="7650000" y="3928183"/>
            <a:ext cx="3813554"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o tarjeta 2"/>
          <p:cNvSpPr txBox="1"/>
          <p:nvPr/>
        </p:nvSpPr>
        <p:spPr>
          <a:xfrm>
            <a:off x="7810000" y="4100000"/>
            <a:ext cx="3493554" cy="169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Gaps for the thesis</a:t>
            </a:r>
          </a:p>
          <a:p>
            <a:pPr marL="171450" indent="-171450">
              <a:spcAft>
                <a:spcPts val="400"/>
              </a:spcAft>
            </a:pPr>
            <a:r>
              <a:rPr sz="1300" b="0" i="0" dirty="0">
                <a:solidFill>
                  <a:srgbClr val="1B3550"/>
                </a:solidFill>
                <a:latin typeface="Arial"/>
              </a:rPr>
              <a:t>•  Contextual: no study covers the public sector or social security.</a:t>
            </a:r>
          </a:p>
          <a:p>
            <a:pPr marL="171450" indent="-171450">
              <a:spcAft>
                <a:spcPts val="400"/>
              </a:spcAft>
            </a:pPr>
            <a:r>
              <a:rPr sz="1300" b="0" i="0" dirty="0">
                <a:solidFill>
                  <a:srgbClr val="1B3550"/>
                </a:solidFill>
                <a:latin typeface="Arial"/>
              </a:rPr>
              <a:t>•  Theoretical: no link between AI autonomy levels and architecture conformance criteria.</a:t>
            </a:r>
          </a:p>
        </p:txBody>
      </p:sp>
      <p:sp>
        <p:nvSpPr>
          <p:cNvPr id="34" name="Nota"/>
          <p:cNvSpPr txBox="1"/>
          <p:nvPr/>
        </p:nvSpPr>
        <p:spPr>
          <a:xfrm>
            <a:off x="728554" y="6240000"/>
            <a:ext cx="10735000" cy="230000"/>
          </a:xfrm>
          <a:prstGeom prst="rect">
            <a:avLst/>
          </a:prstGeom>
          <a:noFill/>
        </p:spPr>
        <p:txBody>
          <a:bodyPr wrap="square" lIns="0" tIns="0" rIns="0" bIns="0" anchor="t"/>
          <a:lstStyle/>
          <a:p>
            <a:r>
              <a:rPr sz="1100" b="0" i="1">
                <a:solidFill>
                  <a:srgbClr val="5B6B7C"/>
                </a:solidFill>
                <a:latin typeface="Arial"/>
              </a:rPr>
              <a:t>Source: Session 4 deliverable, mini systematic review (Scopus, Semantic Scholar; Sep–Oct 2026); PRISMA 2020 (Page et al., 2021).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sesión 7"/>
          <p:cNvSpPr txBox="1"/>
          <p:nvPr/>
        </p:nvSpPr>
        <p:spPr>
          <a:xfrm>
            <a:off x="528552" y="156423"/>
            <a:ext cx="10735000" cy="430887"/>
          </a:xfrm>
          <a:prstGeom prst="rect">
            <a:avLst/>
          </a:prstGeom>
          <a:noFill/>
        </p:spPr>
        <p:txBody>
          <a:bodyPr wrap="square" lIns="0" tIns="0" rIns="0" bIns="0" anchor="ctr">
            <a:spAutoFit/>
          </a:bodyPr>
          <a:lstStyle/>
          <a:p>
            <a:r>
              <a:rPr lang="es-PE" sz="2800" b="1" dirty="0">
                <a:solidFill>
                  <a:schemeClr val="bg1"/>
                </a:solidFill>
                <a:latin typeface="Arial"/>
              </a:rPr>
              <a:t>Model Card + Dataset Datasheet</a:t>
            </a:r>
            <a:endParaRPr sz="2800" b="1" i="0" dirty="0">
              <a:solidFill>
                <a:schemeClr val="bg1"/>
              </a:solidFill>
              <a:latin typeface="Arial"/>
            </a:endParaRPr>
          </a:p>
        </p:txBody>
      </p:sp>
      <p:sp>
        <p:nvSpPr>
          <p:cNvPr id="3" name="Encabezado caso"/>
          <p:cNvSpPr txBox="1"/>
          <p:nvPr/>
        </p:nvSpPr>
        <p:spPr>
          <a:xfrm>
            <a:off x="641470" y="654730"/>
            <a:ext cx="10735000" cy="553998"/>
          </a:xfrm>
          <a:prstGeom prst="rect">
            <a:avLst/>
          </a:prstGeom>
          <a:noFill/>
        </p:spPr>
        <p:txBody>
          <a:bodyPr wrap="square" rtlCol="0">
            <a:spAutoFit/>
          </a:bodyPr>
          <a:lstStyle/>
          <a:p>
            <a:r>
              <a:rPr lang="es-PE" sz="3000" b="1" dirty="0"/>
              <a:t>Case: study #8 of the Systematic Review</a:t>
            </a:r>
          </a:p>
        </p:txBody>
      </p:sp>
      <p:sp>
        <p:nvSpPr>
          <p:cNvPr id="4" name="Barra título 1"/>
          <p:cNvSpPr/>
          <p:nvPr/>
        </p:nvSpPr>
        <p:spPr>
          <a:xfrm>
            <a:off x="751607" y="1146422"/>
            <a:ext cx="2144921" cy="45719"/>
          </a:xfrm>
          <a:prstGeom prst="rect">
            <a:avLst/>
          </a:prstGeom>
          <a:solidFill>
            <a:srgbClr val="97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unto clave"/>
          <p:cNvSpPr/>
          <p:nvPr/>
        </p:nvSpPr>
        <p:spPr>
          <a:xfrm>
            <a:off x="728554" y="1330000"/>
            <a:ext cx="10735000" cy="1000000"/>
          </a:xfrm>
          <a:prstGeom prst="roundRect">
            <a:avLst>
              <a:gd name="adj" fmla="val 6000"/>
            </a:avLst>
          </a:prstGeom>
          <a:solidFill>
            <a:schemeClr val="accent1">
              <a:lumMod val="20000"/>
              <a:lumOff val="80000"/>
            </a:schemeClr>
          </a:solidFill>
          <a:ln w="12700">
            <a:noFill/>
          </a:ln>
        </p:spPr>
        <p:style>
          <a:lnRef idx="1">
            <a:schemeClr val="accent1"/>
          </a:lnRef>
          <a:fillRef idx="3">
            <a:schemeClr val="accent1"/>
          </a:fillRef>
          <a:effectRef idx="2">
            <a:schemeClr val="accent1"/>
          </a:effectRef>
          <a:fontRef idx="minor">
            <a:schemeClr val="lt1"/>
          </a:fontRef>
        </p:style>
        <p:txBody>
          <a:bodyPr wrap="square" lIns="300000" tIns="150000" rIns="300000" bIns="150000" rtlCol="0" anchor="ctr"/>
          <a:lstStyle/>
          <a:p>
            <a:pPr>
              <a:spcAft>
                <a:spcPts val="600"/>
              </a:spcAft>
            </a:pPr>
            <a:r>
              <a:rPr lang="en-US" sz="1600" b="1" dirty="0">
                <a:solidFill>
                  <a:schemeClr val="tx2"/>
                </a:solidFill>
                <a:latin typeface="Arial" panose="020B0604020202020204" pitchFamily="34" charset="0"/>
                <a:cs typeface="Arial" panose="020B0604020202020204" pitchFamily="34" charset="0"/>
              </a:rPr>
              <a:t>Moraes, Onofre &amp; Aguiar (2026), Safe-BigQA</a:t>
            </a:r>
            <a:r>
              <a:rPr lang="en-US" sz="1600" dirty="0">
                <a:solidFill>
                  <a:schemeClr val="tx2"/>
                </a:solidFill>
                <a:latin typeface="Arial" panose="020B0604020202020204" pitchFamily="34" charset="0"/>
                <a:cs typeface="Arial" panose="020B0604020202020204" pitchFamily="34" charset="0"/>
              </a:rPr>
              <a:t> (read in full text in the review): two-layer input guardrails. This deliverable documents its fast first layer, a TF-IDF + logistic regression classifier trained on the Aegis dataset.</a:t>
            </a:r>
          </a:p>
        </p:txBody>
      </p:sp>
      <p:sp>
        <p:nvSpPr>
          <p:cNvPr id="6" name="Tarjeta 1"/>
          <p:cNvSpPr/>
          <p:nvPr/>
        </p:nvSpPr>
        <p:spPr>
          <a:xfrm>
            <a:off x="728554" y="2700000"/>
            <a:ext cx="3150000" cy="290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Acento 1"/>
          <p:cNvSpPr/>
          <p:nvPr/>
        </p:nvSpPr>
        <p:spPr>
          <a:xfrm>
            <a:off x="728554" y="2628183"/>
            <a:ext cx="3150000"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o tarjeta 1"/>
          <p:cNvSpPr txBox="1"/>
          <p:nvPr/>
        </p:nvSpPr>
        <p:spPr>
          <a:xfrm>
            <a:off x="888554" y="2800000"/>
            <a:ext cx="2830000" cy="274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Model Card results</a:t>
            </a:r>
          </a:p>
          <a:p>
            <a:pPr marL="171450" indent="-171450">
              <a:spcAft>
                <a:spcPts val="400"/>
              </a:spcAft>
            </a:pPr>
            <a:r>
              <a:rPr sz="1300" b="0" i="0" dirty="0">
                <a:solidFill>
                  <a:srgbClr val="1B3550"/>
                </a:solidFill>
                <a:latin typeface="Arial"/>
              </a:rPr>
              <a:t>•  Macro-F1 0.698 ± 0.008.</a:t>
            </a:r>
          </a:p>
          <a:p>
            <a:pPr marL="171450" indent="-171450">
              <a:spcAft>
                <a:spcPts val="400"/>
              </a:spcAft>
            </a:pPr>
            <a:r>
              <a:rPr sz="1300" b="0" i="0" dirty="0">
                <a:solidFill>
                  <a:srgbClr val="1B3550"/>
                </a:solidFill>
                <a:latin typeface="Arial"/>
              </a:rPr>
              <a:t>•  F1 unsafe 0.849; AUPRC 0.912.</a:t>
            </a:r>
          </a:p>
          <a:p>
            <a:pPr marL="171450" indent="-171450">
              <a:spcAft>
                <a:spcPts val="400"/>
              </a:spcAft>
            </a:pPr>
            <a:r>
              <a:rPr sz="1300" b="0" i="0" dirty="0">
                <a:solidFill>
                  <a:srgbClr val="1B3550"/>
                </a:solidFill>
                <a:latin typeface="Arial"/>
              </a:rPr>
              <a:t>•  Recall: unsafe 0.962, safe 0.406.</a:t>
            </a:r>
          </a:p>
          <a:p>
            <a:pPr marL="171450" indent="-171450">
              <a:spcAft>
                <a:spcPts val="400"/>
              </a:spcAft>
            </a:pPr>
            <a:r>
              <a:rPr sz="1300" b="0" i="0" dirty="0">
                <a:solidFill>
                  <a:srgbClr val="1B3550"/>
                </a:solidFill>
                <a:latin typeface="Arial"/>
              </a:rPr>
              <a:t>•  Accuracy 0.773 vs 0.661 for the majority class.</a:t>
            </a:r>
          </a:p>
          <a:p>
            <a:pPr marL="171450" indent="-171450">
              <a:spcAft>
                <a:spcPts val="400"/>
              </a:spcAft>
            </a:pPr>
            <a:r>
              <a:rPr sz="1300" b="0" i="0" dirty="0">
                <a:solidFill>
                  <a:srgbClr val="1B3550"/>
                </a:solidFill>
                <a:latin typeface="Arial"/>
              </a:rPr>
              <a:t>•  Documentation exercise, not for real use.</a:t>
            </a:r>
          </a:p>
        </p:txBody>
      </p:sp>
      <p:sp>
        <p:nvSpPr>
          <p:cNvPr id="9" name="Tarjeta 2"/>
          <p:cNvSpPr/>
          <p:nvPr/>
        </p:nvSpPr>
        <p:spPr>
          <a:xfrm>
            <a:off x="4078554" y="2700000"/>
            <a:ext cx="3150000" cy="290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Acento 2"/>
          <p:cNvSpPr/>
          <p:nvPr/>
        </p:nvSpPr>
        <p:spPr>
          <a:xfrm>
            <a:off x="4078554" y="2628183"/>
            <a:ext cx="3150000"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tarjeta 2"/>
          <p:cNvSpPr txBox="1"/>
          <p:nvPr/>
        </p:nvSpPr>
        <p:spPr>
          <a:xfrm>
            <a:off x="4238554" y="2800000"/>
            <a:ext cx="2830000" cy="274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Datasheet: Aegis 1.0</a:t>
            </a:r>
          </a:p>
          <a:p>
            <a:pPr marL="171450" indent="-171450">
              <a:spcAft>
                <a:spcPts val="400"/>
              </a:spcAft>
            </a:pPr>
            <a:r>
              <a:rPr sz="1300" b="0" i="0" dirty="0">
                <a:solidFill>
                  <a:srgbClr val="1B3550"/>
                </a:solidFill>
                <a:latin typeface="Arial"/>
              </a:rPr>
              <a:t>•  NVIDIA; 10,798 train and 1,199 test texts.</a:t>
            </a:r>
          </a:p>
          <a:p>
            <a:pPr marL="171450" indent="-171450">
              <a:spcAft>
                <a:spcPts val="400"/>
              </a:spcAft>
            </a:pPr>
            <a:r>
              <a:rPr sz="1300" b="0" i="0" dirty="0">
                <a:solidFill>
                  <a:srgbClr val="1B3550"/>
                </a:solidFill>
                <a:latin typeface="Arial"/>
              </a:rPr>
              <a:t>•  Unknowns flagged: ethics approval, annotation period.</a:t>
            </a:r>
          </a:p>
          <a:p>
            <a:pPr marL="171450" indent="-171450">
              <a:spcAft>
                <a:spcPts val="400"/>
              </a:spcAft>
            </a:pPr>
            <a:r>
              <a:rPr sz="1300" b="0" i="0" dirty="0">
                <a:solidFill>
                  <a:srgbClr val="1B3550"/>
                </a:solidFill>
                <a:latin typeface="Arial"/>
              </a:rPr>
              <a:t>•  Limits: English, in-distribution; not a jailbreak detector; no bias audit.</a:t>
            </a:r>
          </a:p>
        </p:txBody>
      </p:sp>
      <p:sp>
        <p:nvSpPr>
          <p:cNvPr id="12" name="Tarjeta 3"/>
          <p:cNvSpPr/>
          <p:nvPr/>
        </p:nvSpPr>
        <p:spPr>
          <a:xfrm>
            <a:off x="7428554" y="2700000"/>
            <a:ext cx="4035000" cy="2900000"/>
          </a:xfrm>
          <a:prstGeom prst="rect">
            <a:avLst/>
          </a:prstGeom>
          <a:solidFill>
            <a:srgbClr val="F3F7FC"/>
          </a:solidFill>
          <a:ln w="9525">
            <a:solidFill>
              <a:srgbClr val="D0D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cento 3"/>
          <p:cNvSpPr/>
          <p:nvPr/>
        </p:nvSpPr>
        <p:spPr>
          <a:xfrm>
            <a:off x="7428554" y="2628183"/>
            <a:ext cx="4035000" cy="60000"/>
          </a:xfrm>
          <a:prstGeom prst="rect">
            <a:avLst/>
          </a:prstGeom>
          <a:solidFill>
            <a:srgbClr val="124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o tarjeta 3"/>
          <p:cNvSpPr txBox="1"/>
          <p:nvPr/>
        </p:nvSpPr>
        <p:spPr>
          <a:xfrm>
            <a:off x="7588554" y="2800000"/>
            <a:ext cx="3715000" cy="2740000"/>
          </a:xfrm>
          <a:prstGeom prst="rect">
            <a:avLst/>
          </a:prstGeom>
          <a:noFill/>
        </p:spPr>
        <p:txBody>
          <a:bodyPr wrap="square" lIns="0" tIns="0" rIns="0" bIns="0" anchor="t">
            <a:spAutoFit/>
          </a:bodyPr>
          <a:lstStyle/>
          <a:p>
            <a:pPr>
              <a:spcAft>
                <a:spcPts val="600"/>
              </a:spcAft>
            </a:pPr>
            <a:r>
              <a:rPr sz="1600" b="1" i="0" dirty="0">
                <a:solidFill>
                  <a:srgbClr val="1248A9"/>
                </a:solidFill>
                <a:latin typeface="Arial"/>
              </a:rPr>
              <a:t>Links</a:t>
            </a:r>
          </a:p>
        </p:txBody>
      </p:sp>
      <p:sp>
        <p:nvSpPr>
          <p:cNvPr id="15" name="Enlaces"/>
          <p:cNvSpPr txBox="1"/>
          <p:nvPr/>
        </p:nvSpPr>
        <p:spPr>
          <a:xfrm>
            <a:off x="7588554" y="3220000"/>
            <a:ext cx="3715000" cy="2300000"/>
          </a:xfrm>
          <a:prstGeom prst="rect">
            <a:avLst/>
          </a:prstGeom>
          <a:noFill/>
        </p:spPr>
        <p:txBody>
          <a:bodyPr wrap="square">
            <a:spAutoFit/>
          </a:bodyPr>
          <a:lstStyle/>
          <a:p>
            <a:r>
              <a:rPr sz="1300" b="1">
                <a:solidFill>
                  <a:srgbClr val="1B3550"/>
                </a:solidFill>
                <a:latin typeface="Arial"/>
              </a:rPr>
              <a:t>Dataset (Hugging Face)</a:t>
            </a:r>
          </a:p>
          <a:p>
            <a:pPr>
              <a:spcAft>
                <a:spcPts val="600"/>
              </a:spcAft>
            </a:pPr>
            <a:r>
              <a:rPr sz="1100">
                <a:latin typeface="Arial"/>
                <a:hlinkClick r:id="rId3"/>
              </a:rPr>
              <a:t>huggingface.co/datasets/nvidia/Aegis-AI-Content-Safety-Dataset-1.0</a:t>
            </a:r>
          </a:p>
          <a:p>
            <a:r>
              <a:rPr sz="1300" b="1">
                <a:solidFill>
                  <a:srgbClr val="1B3550"/>
                </a:solidFill>
                <a:latin typeface="Arial"/>
              </a:rPr>
              <a:t>Aegis paper (arXiv)</a:t>
            </a:r>
          </a:p>
          <a:p>
            <a:pPr>
              <a:spcAft>
                <a:spcPts val="600"/>
              </a:spcAft>
            </a:pPr>
            <a:r>
              <a:rPr sz="1100">
                <a:latin typeface="Arial"/>
                <a:hlinkClick r:id="rId4"/>
              </a:rPr>
              <a:t>arxiv.org/abs/2404.05993</a:t>
            </a:r>
          </a:p>
          <a:p>
            <a:r>
              <a:rPr sz="1300" b="1">
                <a:solidFill>
                  <a:srgbClr val="1B3550"/>
                </a:solidFill>
                <a:latin typeface="Arial"/>
              </a:rPr>
              <a:t>Code: big-qa-architecture</a:t>
            </a:r>
          </a:p>
          <a:p>
            <a:pPr>
              <a:spcAft>
                <a:spcPts val="600"/>
              </a:spcAft>
            </a:pPr>
            <a:r>
              <a:rPr sz="1100">
                <a:latin typeface="Arial"/>
                <a:hlinkClick r:id="rId5"/>
              </a:rPr>
              <a:t>github.com/leomaurodesenv/big-qa-architecture</a:t>
            </a:r>
          </a:p>
          <a:p>
            <a:r>
              <a:rPr sz="1300" b="1">
                <a:solidFill>
                  <a:srgbClr val="1B3550"/>
                </a:solidFill>
                <a:latin typeface="Arial"/>
              </a:rPr>
              <a:t>Moraes et al. (2026)</a:t>
            </a:r>
          </a:p>
          <a:p>
            <a:pPr>
              <a:spcAft>
                <a:spcPts val="600"/>
              </a:spcAft>
            </a:pPr>
            <a:r>
              <a:rPr sz="1100">
                <a:latin typeface="Arial"/>
                <a:hlinkClick r:id="rId6"/>
              </a:rPr>
              <a:t>doi.org/10.5220/0014692300004018</a:t>
            </a:r>
          </a:p>
        </p:txBody>
      </p:sp>
      <p:graphicFrame>
        <p:nvGraphicFramePr>
          <p:cNvPr id="17" name="Pestañas">
            <a:extLst>
              <a:ext uri="{FF2B5EF4-FFF2-40B4-BE49-F238E27FC236}">
                <a16:creationId xmlns:a16="http://schemas.microsoft.com/office/drawing/2014/main" id="{CCDBF74F-8F4B-4C63-8C60-EC29FAC5B1B0}"/>
              </a:ext>
            </a:extLst>
          </p:cNvPr>
          <p:cNvGraphicFramePr>
            <a:graphicFrameLocks noGrp="1"/>
          </p:cNvGraphicFramePr>
          <p:nvPr>
            <p:extLst>
              <p:ext uri="{D42A27DB-BD31-4B8C-83A1-F6EECF244321}">
                <p14:modId xmlns:p14="http://schemas.microsoft.com/office/powerpoint/2010/main" val="3347143660"/>
              </p:ext>
            </p:extLst>
          </p:nvPr>
        </p:nvGraphicFramePr>
        <p:xfrm>
          <a:off x="9376228" y="312383"/>
          <a:ext cx="2554515" cy="370840"/>
        </p:xfrm>
        <a:graphic>
          <a:graphicData uri="http://schemas.openxmlformats.org/drawingml/2006/table">
            <a:tbl>
              <a:tblPr firstRow="1" bandRow="1">
                <a:tableStyleId>{5C22544A-7EE6-4342-B048-85BDC9FD1C3A}</a:tableStyleId>
              </a:tblPr>
              <a:tblGrid>
                <a:gridCol w="510903">
                  <a:extLst>
                    <a:ext uri="{9D8B030D-6E8A-4147-A177-3AD203B41FA5}">
                      <a16:colId xmlns:a16="http://schemas.microsoft.com/office/drawing/2014/main" val="1171444792"/>
                    </a:ext>
                  </a:extLst>
                </a:gridCol>
                <a:gridCol w="510903">
                  <a:extLst>
                    <a:ext uri="{9D8B030D-6E8A-4147-A177-3AD203B41FA5}">
                      <a16:colId xmlns:a16="http://schemas.microsoft.com/office/drawing/2014/main" val="3809176907"/>
                    </a:ext>
                  </a:extLst>
                </a:gridCol>
                <a:gridCol w="510903">
                  <a:extLst>
                    <a:ext uri="{9D8B030D-6E8A-4147-A177-3AD203B41FA5}">
                      <a16:colId xmlns:a16="http://schemas.microsoft.com/office/drawing/2014/main" val="3870348928"/>
                    </a:ext>
                  </a:extLst>
                </a:gridCol>
                <a:gridCol w="510903">
                  <a:extLst>
                    <a:ext uri="{9D8B030D-6E8A-4147-A177-3AD203B41FA5}">
                      <a16:colId xmlns:a16="http://schemas.microsoft.com/office/drawing/2014/main" val="3533880193"/>
                    </a:ext>
                  </a:extLst>
                </a:gridCol>
                <a:gridCol w="510903">
                  <a:extLst>
                    <a:ext uri="{9D8B030D-6E8A-4147-A177-3AD203B41FA5}">
                      <a16:colId xmlns:a16="http://schemas.microsoft.com/office/drawing/2014/main" val="140826828"/>
                    </a:ext>
                  </a:extLst>
                </a:gridCol>
              </a:tblGrid>
              <a:tr h="370840">
                <a:tc>
                  <a:txBody>
                    <a:bodyPr/>
                    <a:lstStyle/>
                    <a:p>
                      <a:pPr algn="ctr"/>
                      <a:r>
                        <a:rPr lang="es-PE" dirty="0"/>
                        <a:t>1</a:t>
                      </a:r>
                    </a:p>
                  </a:txBody>
                  <a:tcPr>
                    <a:solidFill>
                      <a:schemeClr val="bg1">
                        <a:lumMod val="75000"/>
                      </a:schemeClr>
                    </a:solidFill>
                  </a:tcPr>
                </a:tc>
                <a:tc>
                  <a:txBody>
                    <a:bodyPr/>
                    <a:lstStyle/>
                    <a:p>
                      <a:pPr algn="ctr"/>
                      <a:r>
                        <a:rPr lang="es-PE" dirty="0"/>
                        <a:t>2</a:t>
                      </a:r>
                    </a:p>
                  </a:txBody>
                  <a:tcPr>
                    <a:solidFill>
                      <a:schemeClr val="bg1">
                        <a:lumMod val="75000"/>
                      </a:schemeClr>
                    </a:solidFill>
                  </a:tcPr>
                </a:tc>
                <a:tc>
                  <a:txBody>
                    <a:bodyPr/>
                    <a:lstStyle/>
                    <a:p>
                      <a:pPr algn="ctr"/>
                      <a:r>
                        <a:rPr lang="es-PE" dirty="0"/>
                        <a:t>3</a:t>
                      </a:r>
                    </a:p>
                  </a:txBody>
                  <a:tcPr>
                    <a:solidFill>
                      <a:schemeClr val="bg1">
                        <a:lumMod val="75000"/>
                      </a:schemeClr>
                    </a:solidFill>
                  </a:tcPr>
                </a:tc>
                <a:tc>
                  <a:txBody>
                    <a:bodyPr/>
                    <a:lstStyle/>
                    <a:p>
                      <a:pPr algn="ctr"/>
                      <a:r>
                        <a:rPr lang="es-PE" dirty="0"/>
                        <a:t>4</a:t>
                      </a:r>
                    </a:p>
                  </a:txBody>
                  <a:tcPr>
                    <a:solidFill>
                      <a:schemeClr val="bg1">
                        <a:lumMod val="75000"/>
                      </a:schemeClr>
                    </a:solidFill>
                  </a:tcPr>
                </a:tc>
                <a:tc>
                  <a:txBody>
                    <a:bodyPr/>
                    <a:lstStyle/>
                    <a:p>
                      <a:pPr algn="ctr"/>
                      <a:r>
                        <a:rPr lang="es-PE" dirty="0"/>
                        <a:t>5</a:t>
                      </a:r>
                    </a:p>
                  </a:txBody>
                  <a:tcPr>
                    <a:solidFill>
                      <a:schemeClr val="accent4">
                        <a:lumMod val="50000"/>
                      </a:schemeClr>
                    </a:solidFill>
                  </a:tcPr>
                </a:tc>
                <a:extLst>
                  <a:ext uri="{0D108BD9-81ED-4DB2-BD59-A6C34878D82A}">
                    <a16:rowId xmlns:a16="http://schemas.microsoft.com/office/drawing/2014/main" val="1432428830"/>
                  </a:ext>
                </a:extLst>
              </a:tr>
            </a:tbl>
          </a:graphicData>
        </a:graphic>
      </p:graphicFrame>
      <p:sp>
        <p:nvSpPr>
          <p:cNvPr id="18" name="CuadroTexto 17">
            <a:extLst>
              <a:ext uri="{FF2B5EF4-FFF2-40B4-BE49-F238E27FC236}">
                <a16:creationId xmlns:a16="http://schemas.microsoft.com/office/drawing/2014/main" id="{F269D07C-FCC8-4C71-8C94-71AB39D1CE7F}"/>
              </a:ext>
            </a:extLst>
          </p:cNvPr>
          <p:cNvSpPr txBox="1"/>
          <p:nvPr/>
        </p:nvSpPr>
        <p:spPr>
          <a:xfrm>
            <a:off x="948143" y="6020000"/>
            <a:ext cx="10007377" cy="646331"/>
          </a:xfrm>
          <a:prstGeom prst="rect">
            <a:avLst/>
          </a:prstGeom>
          <a:noFill/>
        </p:spPr>
        <p:txBody>
          <a:bodyPr wrap="square" rtlCol="0">
            <a:spAutoFit/>
          </a:bodyPr>
          <a:lstStyle/>
          <a:p>
            <a:pPr algn="ctr"/>
            <a:r>
              <a:rPr lang="es-PE" b="1" dirty="0">
                <a:hlinkClick r:id="rId7"/>
              </a:rPr>
              <a:t>https://github.com/felixricharmendoza/UNMSM-Research-Methods-2026-II</a:t>
            </a:r>
            <a:endParaRPr lang="es-PE" b="1" dirty="0"/>
          </a:p>
          <a:p>
            <a:pPr algn="ctr"/>
            <a:endParaRPr lang="es-PE"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E5BD9-B8CB-1C6D-0E5B-7BF596BBF0C6}"/>
            </a:ext>
          </a:extLst>
        </p:cNvPr>
        <p:cNvGrpSpPr/>
        <p:nvPr/>
      </p:nvGrpSpPr>
      <p:grpSpPr>
        <a:xfrm>
          <a:off x="0" y="0"/>
          <a:ext cx="0" cy="0"/>
          <a:chOff x="0" y="0"/>
          <a:chExt cx="0" cy="0"/>
        </a:xfrm>
      </p:grpSpPr>
      <p:pic>
        <p:nvPicPr>
          <p:cNvPr id="3" name="Gráfico 2">
            <a:extLst>
              <a:ext uri="{FF2B5EF4-FFF2-40B4-BE49-F238E27FC236}">
                <a16:creationId xmlns:a16="http://schemas.microsoft.com/office/drawing/2014/main" id="{26CC2741-29C3-A0BF-875A-5B6E738C79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2810"/>
            <a:ext cx="12192000" cy="6832379"/>
          </a:xfrm>
          <a:prstGeom prst="rect">
            <a:avLst/>
          </a:prstGeom>
        </p:spPr>
      </p:pic>
      <p:sp>
        <p:nvSpPr>
          <p:cNvPr id="5" name="CuadroTexto 4">
            <a:extLst>
              <a:ext uri="{FF2B5EF4-FFF2-40B4-BE49-F238E27FC236}">
                <a16:creationId xmlns:a16="http://schemas.microsoft.com/office/drawing/2014/main" id="{19542439-D07B-253A-2557-60B199AD2815}"/>
              </a:ext>
            </a:extLst>
          </p:cNvPr>
          <p:cNvSpPr txBox="1"/>
          <p:nvPr/>
        </p:nvSpPr>
        <p:spPr>
          <a:xfrm>
            <a:off x="4677983" y="2817628"/>
            <a:ext cx="2877711" cy="1015663"/>
          </a:xfrm>
          <a:prstGeom prst="rect">
            <a:avLst/>
          </a:prstGeom>
          <a:noFill/>
        </p:spPr>
        <p:txBody>
          <a:bodyPr wrap="none" rtlCol="0">
            <a:spAutoFit/>
          </a:bodyPr>
          <a:lstStyle/>
          <a:p>
            <a:r>
              <a:rPr lang="es-PE" sz="6000" b="1" dirty="0" err="1">
                <a:solidFill>
                  <a:schemeClr val="bg1"/>
                </a:solidFill>
                <a:latin typeface="Arial" panose="020B0604020202020204" pitchFamily="34" charset="0"/>
                <a:cs typeface="Arial" panose="020B0604020202020204" pitchFamily="34" charset="0"/>
              </a:rPr>
              <a:t>Thanks</a:t>
            </a:r>
            <a:endParaRPr lang="en-US" sz="6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5117737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3494</TotalTime>
  <Words>1656</Words>
  <Application>Microsoft Office PowerPoint</Application>
  <PresentationFormat>Panorámica</PresentationFormat>
  <Paragraphs>210</Paragraphs>
  <Slides>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Bryand Ernesto Hinostroza Espino</dc:creator>
  <cp:lastModifiedBy>Felix Mendoza</cp:lastModifiedBy>
  <cp:revision>472</cp:revision>
  <dcterms:created xsi:type="dcterms:W3CDTF">2026-09-10T14:12:22Z</dcterms:created>
  <dcterms:modified xsi:type="dcterms:W3CDTF">2026-10-30T22:39:37Z</dcterms:modified>
</cp:coreProperties>
</file>